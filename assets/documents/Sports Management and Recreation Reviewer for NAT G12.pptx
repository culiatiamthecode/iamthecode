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97" r:id="rId3"/>
    <p:sldId id="273" r:id="rId4"/>
    <p:sldId id="283" r:id="rId5"/>
    <p:sldId id="290" r:id="rId6"/>
    <p:sldId id="284" r:id="rId7"/>
    <p:sldId id="291" r:id="rId8"/>
    <p:sldId id="285" r:id="rId9"/>
    <p:sldId id="292" r:id="rId10"/>
    <p:sldId id="286" r:id="rId11"/>
    <p:sldId id="293" r:id="rId12"/>
    <p:sldId id="287" r:id="rId13"/>
    <p:sldId id="294" r:id="rId14"/>
    <p:sldId id="288" r:id="rId15"/>
    <p:sldId id="295" r:id="rId16"/>
    <p:sldId id="289" r:id="rId17"/>
    <p:sldId id="296"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75B8FE-7C0B-4A35-AC26-D1435AF06A05}" v="278" dt="2026-01-16T23:43:45.1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ebooooo342@gmail.com" userId="99f34b7afb3b2429" providerId="LiveId" clId="{B29FBF6F-7A3C-4F2B-B37E-FBE5DB1DD1DA}"/>
    <pc:docChg chg="undo custSel addSld modSld">
      <pc:chgData name="annebooooo342@gmail.com" userId="99f34b7afb3b2429" providerId="LiveId" clId="{B29FBF6F-7A3C-4F2B-B37E-FBE5DB1DD1DA}" dt="2026-01-17T00:15:05.262" v="662" actId="1035"/>
      <pc:docMkLst>
        <pc:docMk/>
      </pc:docMkLst>
      <pc:sldChg chg="delSp modSp mod modAnim">
        <pc:chgData name="annebooooo342@gmail.com" userId="99f34b7afb3b2429" providerId="LiveId" clId="{B29FBF6F-7A3C-4F2B-B37E-FBE5DB1DD1DA}" dt="2026-01-16T23:44:05.906" v="569" actId="1036"/>
        <pc:sldMkLst>
          <pc:docMk/>
          <pc:sldMk cId="0" sldId="256"/>
        </pc:sldMkLst>
        <pc:spChg chg="mod">
          <ac:chgData name="annebooooo342@gmail.com" userId="99f34b7afb3b2429" providerId="LiveId" clId="{B29FBF6F-7A3C-4F2B-B37E-FBE5DB1DD1DA}" dt="2026-01-16T23:31:57.009" v="259" actId="20577"/>
          <ac:spMkLst>
            <pc:docMk/>
            <pc:sldMk cId="0" sldId="256"/>
            <ac:spMk id="14" creationId="{00000000-0000-0000-0000-000000000000}"/>
          </ac:spMkLst>
        </pc:spChg>
        <pc:spChg chg="mod">
          <ac:chgData name="annebooooo342@gmail.com" userId="99f34b7afb3b2429" providerId="LiveId" clId="{B29FBF6F-7A3C-4F2B-B37E-FBE5DB1DD1DA}" dt="2026-01-16T23:33:36.513" v="310" actId="255"/>
          <ac:spMkLst>
            <pc:docMk/>
            <pc:sldMk cId="0" sldId="256"/>
            <ac:spMk id="15" creationId="{00000000-0000-0000-0000-000000000000}"/>
          </ac:spMkLst>
        </pc:spChg>
        <pc:spChg chg="mod">
          <ac:chgData name="annebooooo342@gmail.com" userId="99f34b7afb3b2429" providerId="LiveId" clId="{B29FBF6F-7A3C-4F2B-B37E-FBE5DB1DD1DA}" dt="2026-01-16T23:42:52.098" v="547" actId="1035"/>
          <ac:spMkLst>
            <pc:docMk/>
            <pc:sldMk cId="0" sldId="256"/>
            <ac:spMk id="16" creationId="{00000000-0000-0000-0000-000000000000}"/>
          </ac:spMkLst>
        </pc:spChg>
        <pc:spChg chg="mod">
          <ac:chgData name="annebooooo342@gmail.com" userId="99f34b7afb3b2429" providerId="LiveId" clId="{B29FBF6F-7A3C-4F2B-B37E-FBE5DB1DD1DA}" dt="2026-01-16T23:39:32.164" v="410" actId="20577"/>
          <ac:spMkLst>
            <pc:docMk/>
            <pc:sldMk cId="0" sldId="256"/>
            <ac:spMk id="17" creationId="{00000000-0000-0000-0000-000000000000}"/>
          </ac:spMkLst>
        </pc:spChg>
        <pc:spChg chg="mod">
          <ac:chgData name="annebooooo342@gmail.com" userId="99f34b7afb3b2429" providerId="LiveId" clId="{B29FBF6F-7A3C-4F2B-B37E-FBE5DB1DD1DA}" dt="2026-01-16T23:43:55.364" v="557" actId="1036"/>
          <ac:spMkLst>
            <pc:docMk/>
            <pc:sldMk cId="0" sldId="256"/>
            <ac:spMk id="18" creationId="{00000000-0000-0000-0000-000000000000}"/>
          </ac:spMkLst>
        </pc:spChg>
        <pc:spChg chg="mod">
          <ac:chgData name="annebooooo342@gmail.com" userId="99f34b7afb3b2429" providerId="LiveId" clId="{B29FBF6F-7A3C-4F2B-B37E-FBE5DB1DD1DA}" dt="2026-01-16T23:44:00.324" v="561" actId="1036"/>
          <ac:spMkLst>
            <pc:docMk/>
            <pc:sldMk cId="0" sldId="256"/>
            <ac:spMk id="20" creationId="{00000000-0000-0000-0000-000000000000}"/>
          </ac:spMkLst>
        </pc:spChg>
        <pc:spChg chg="mod">
          <ac:chgData name="annebooooo342@gmail.com" userId="99f34b7afb3b2429" providerId="LiveId" clId="{B29FBF6F-7A3C-4F2B-B37E-FBE5DB1DD1DA}" dt="2026-01-16T23:44:05.906" v="569" actId="1036"/>
          <ac:spMkLst>
            <pc:docMk/>
            <pc:sldMk cId="0" sldId="256"/>
            <ac:spMk id="22" creationId="{00000000-0000-0000-0000-000000000000}"/>
          </ac:spMkLst>
        </pc:spChg>
        <pc:spChg chg="mod">
          <ac:chgData name="annebooooo342@gmail.com" userId="99f34b7afb3b2429" providerId="LiveId" clId="{B29FBF6F-7A3C-4F2B-B37E-FBE5DB1DD1DA}" dt="2026-01-16T23:42:27.759" v="529" actId="20577"/>
          <ac:spMkLst>
            <pc:docMk/>
            <pc:sldMk cId="0" sldId="256"/>
            <ac:spMk id="26" creationId="{94505453-6151-4703-1041-485535CFED85}"/>
          </ac:spMkLst>
        </pc:spChg>
        <pc:spChg chg="mod">
          <ac:chgData name="annebooooo342@gmail.com" userId="99f34b7afb3b2429" providerId="LiveId" clId="{B29FBF6F-7A3C-4F2B-B37E-FBE5DB1DD1DA}" dt="2026-01-16T23:40:23.653" v="460" actId="20577"/>
          <ac:spMkLst>
            <pc:docMk/>
            <pc:sldMk cId="0" sldId="256"/>
            <ac:spMk id="28" creationId="{35EFB5A1-9DD2-D4B4-E505-16F956315D1A}"/>
          </ac:spMkLst>
        </pc:spChg>
        <pc:spChg chg="mod">
          <ac:chgData name="annebooooo342@gmail.com" userId="99f34b7afb3b2429" providerId="LiveId" clId="{B29FBF6F-7A3C-4F2B-B37E-FBE5DB1DD1DA}" dt="2026-01-16T23:40:50.859" v="493" actId="20577"/>
          <ac:spMkLst>
            <pc:docMk/>
            <pc:sldMk cId="0" sldId="256"/>
            <ac:spMk id="30" creationId="{3BE93554-4F9C-7181-5EFA-10CEF7CC1E78}"/>
          </ac:spMkLst>
        </pc:spChg>
        <pc:picChg chg="mod">
          <ac:chgData name="annebooooo342@gmail.com" userId="99f34b7afb3b2429" providerId="LiveId" clId="{B29FBF6F-7A3C-4F2B-B37E-FBE5DB1DD1DA}" dt="2026-01-16T23:33:24.813" v="308" actId="1076"/>
          <ac:picMkLst>
            <pc:docMk/>
            <pc:sldMk cId="0" sldId="256"/>
            <ac:picMk id="5" creationId="{00000000-0000-0000-0000-000000000000}"/>
          </ac:picMkLst>
        </pc:picChg>
        <pc:picChg chg="mod">
          <ac:chgData name="annebooooo342@gmail.com" userId="99f34b7afb3b2429" providerId="LiveId" clId="{B29FBF6F-7A3C-4F2B-B37E-FBE5DB1DD1DA}" dt="2026-01-16T23:34:47.626" v="319" actId="1076"/>
          <ac:picMkLst>
            <pc:docMk/>
            <pc:sldMk cId="0" sldId="256"/>
            <ac:picMk id="6" creationId="{00000000-0000-0000-0000-000000000000}"/>
          </ac:picMkLst>
        </pc:picChg>
        <pc:picChg chg="mod">
          <ac:chgData name="annebooooo342@gmail.com" userId="99f34b7afb3b2429" providerId="LiveId" clId="{B29FBF6F-7A3C-4F2B-B37E-FBE5DB1DD1DA}" dt="2026-01-16T23:42:52.098" v="547" actId="1035"/>
          <ac:picMkLst>
            <pc:docMk/>
            <pc:sldMk cId="0" sldId="256"/>
            <ac:picMk id="7" creationId="{00000000-0000-0000-0000-000000000000}"/>
          </ac:picMkLst>
        </pc:picChg>
        <pc:picChg chg="mod">
          <ac:chgData name="annebooooo342@gmail.com" userId="99f34b7afb3b2429" providerId="LiveId" clId="{B29FBF6F-7A3C-4F2B-B37E-FBE5DB1DD1DA}" dt="2026-01-16T23:43:55.364" v="557" actId="1036"/>
          <ac:picMkLst>
            <pc:docMk/>
            <pc:sldMk cId="0" sldId="256"/>
            <ac:picMk id="9" creationId="{00000000-0000-0000-0000-000000000000}"/>
          </ac:picMkLst>
        </pc:picChg>
        <pc:picChg chg="mod">
          <ac:chgData name="annebooooo342@gmail.com" userId="99f34b7afb3b2429" providerId="LiveId" clId="{B29FBF6F-7A3C-4F2B-B37E-FBE5DB1DD1DA}" dt="2026-01-16T23:44:00.324" v="561" actId="1036"/>
          <ac:picMkLst>
            <pc:docMk/>
            <pc:sldMk cId="0" sldId="256"/>
            <ac:picMk id="11" creationId="{00000000-0000-0000-0000-000000000000}"/>
          </ac:picMkLst>
        </pc:picChg>
        <pc:picChg chg="mod">
          <ac:chgData name="annebooooo342@gmail.com" userId="99f34b7afb3b2429" providerId="LiveId" clId="{B29FBF6F-7A3C-4F2B-B37E-FBE5DB1DD1DA}" dt="2026-01-16T23:44:05.906" v="569" actId="1036"/>
          <ac:picMkLst>
            <pc:docMk/>
            <pc:sldMk cId="0" sldId="256"/>
            <ac:picMk id="13" creationId="{00000000-0000-0000-0000-000000000000}"/>
          </ac:picMkLst>
        </pc:picChg>
        <pc:picChg chg="mod">
          <ac:chgData name="annebooooo342@gmail.com" userId="99f34b7afb3b2429" providerId="LiveId" clId="{B29FBF6F-7A3C-4F2B-B37E-FBE5DB1DD1DA}" dt="2026-01-16T23:34:47.626" v="319" actId="1076"/>
          <ac:picMkLst>
            <pc:docMk/>
            <pc:sldMk cId="0" sldId="256"/>
            <ac:picMk id="25" creationId="{43866916-4047-EC84-1836-8C9BC26156C1}"/>
          </ac:picMkLst>
        </pc:picChg>
        <pc:picChg chg="mod">
          <ac:chgData name="annebooooo342@gmail.com" userId="99f34b7afb3b2429" providerId="LiveId" clId="{B29FBF6F-7A3C-4F2B-B37E-FBE5DB1DD1DA}" dt="2026-01-16T23:34:47.626" v="319" actId="1076"/>
          <ac:picMkLst>
            <pc:docMk/>
            <pc:sldMk cId="0" sldId="256"/>
            <ac:picMk id="27" creationId="{188DBA79-2B8C-D492-9D9B-E0E3DF0D0A3E}"/>
          </ac:picMkLst>
        </pc:picChg>
        <pc:picChg chg="mod">
          <ac:chgData name="annebooooo342@gmail.com" userId="99f34b7afb3b2429" providerId="LiveId" clId="{B29FBF6F-7A3C-4F2B-B37E-FBE5DB1DD1DA}" dt="2026-01-16T23:34:47.626" v="319" actId="1076"/>
          <ac:picMkLst>
            <pc:docMk/>
            <pc:sldMk cId="0" sldId="256"/>
            <ac:picMk id="29" creationId="{6DE64745-203F-B7EB-DA5E-19244FCE1824}"/>
          </ac:picMkLst>
        </pc:picChg>
        <pc:picChg chg="del">
          <ac:chgData name="annebooooo342@gmail.com" userId="99f34b7afb3b2429" providerId="LiveId" clId="{B29FBF6F-7A3C-4F2B-B37E-FBE5DB1DD1DA}" dt="2026-01-16T23:31:41.091" v="258" actId="478"/>
          <ac:picMkLst>
            <pc:docMk/>
            <pc:sldMk cId="0" sldId="256"/>
            <ac:picMk id="31" creationId="{4CCCBB78-4859-DB64-8CE2-A1EEBA35A55A}"/>
          </ac:picMkLst>
        </pc:picChg>
        <pc:picChg chg="del">
          <ac:chgData name="annebooooo342@gmail.com" userId="99f34b7afb3b2429" providerId="LiveId" clId="{B29FBF6F-7A3C-4F2B-B37E-FBE5DB1DD1DA}" dt="2026-01-16T23:31:39.810" v="257" actId="478"/>
          <ac:picMkLst>
            <pc:docMk/>
            <pc:sldMk cId="0" sldId="256"/>
            <ac:picMk id="32" creationId="{30C38426-6A33-8C8C-C21F-FFD8FAEDA635}"/>
          </ac:picMkLst>
        </pc:picChg>
      </pc:sldChg>
      <pc:sldChg chg="addSp modSp mod">
        <pc:chgData name="annebooooo342@gmail.com" userId="99f34b7afb3b2429" providerId="LiveId" clId="{B29FBF6F-7A3C-4F2B-B37E-FBE5DB1DD1DA}" dt="2026-01-16T09:53:39.370" v="246" actId="113"/>
        <pc:sldMkLst>
          <pc:docMk/>
          <pc:sldMk cId="1930403664" sldId="273"/>
        </pc:sldMkLst>
        <pc:spChg chg="add mod">
          <ac:chgData name="annebooooo342@gmail.com" userId="99f34b7afb3b2429" providerId="LiveId" clId="{B29FBF6F-7A3C-4F2B-B37E-FBE5DB1DD1DA}" dt="2026-01-16T09:53:39.370" v="246" actId="113"/>
          <ac:spMkLst>
            <pc:docMk/>
            <pc:sldMk cId="1930403664" sldId="273"/>
            <ac:spMk id="5" creationId="{29137AA3-F44F-8B3C-6D18-70A367A55773}"/>
          </ac:spMkLst>
        </pc:spChg>
        <pc:spChg chg="add mod">
          <ac:chgData name="annebooooo342@gmail.com" userId="99f34b7afb3b2429" providerId="LiveId" clId="{B29FBF6F-7A3C-4F2B-B37E-FBE5DB1DD1DA}" dt="2026-01-16T09:31:30.207" v="1"/>
          <ac:spMkLst>
            <pc:docMk/>
            <pc:sldMk cId="1930403664" sldId="273"/>
            <ac:spMk id="6" creationId="{CDF162CF-360B-A45B-D718-19EFA73C9793}"/>
          </ac:spMkLst>
        </pc:spChg>
      </pc:sldChg>
      <pc:sldChg chg="modAnim">
        <pc:chgData name="annebooooo342@gmail.com" userId="99f34b7afb3b2429" providerId="LiveId" clId="{B29FBF6F-7A3C-4F2B-B37E-FBE5DB1DD1DA}" dt="2026-01-16T23:10:05.228" v="248"/>
        <pc:sldMkLst>
          <pc:docMk/>
          <pc:sldMk cId="3469384879" sldId="283"/>
        </pc:sldMkLst>
      </pc:sldChg>
      <pc:sldChg chg="modAnim">
        <pc:chgData name="annebooooo342@gmail.com" userId="99f34b7afb3b2429" providerId="LiveId" clId="{B29FBF6F-7A3C-4F2B-B37E-FBE5DB1DD1DA}" dt="2026-01-16T23:10:11.862" v="249"/>
        <pc:sldMkLst>
          <pc:docMk/>
          <pc:sldMk cId="2124944583" sldId="284"/>
        </pc:sldMkLst>
      </pc:sldChg>
      <pc:sldChg chg="modAnim">
        <pc:chgData name="annebooooo342@gmail.com" userId="99f34b7afb3b2429" providerId="LiveId" clId="{B29FBF6F-7A3C-4F2B-B37E-FBE5DB1DD1DA}" dt="2026-01-16T23:10:23.383" v="250"/>
        <pc:sldMkLst>
          <pc:docMk/>
          <pc:sldMk cId="3854269401" sldId="285"/>
        </pc:sldMkLst>
      </pc:sldChg>
      <pc:sldChg chg="modSp mod modAnim">
        <pc:chgData name="annebooooo342@gmail.com" userId="99f34b7afb3b2429" providerId="LiveId" clId="{B29FBF6F-7A3C-4F2B-B37E-FBE5DB1DD1DA}" dt="2026-01-16T23:53:39.631" v="656" actId="1036"/>
        <pc:sldMkLst>
          <pc:docMk/>
          <pc:sldMk cId="3993036179" sldId="286"/>
        </pc:sldMkLst>
        <pc:picChg chg="mod">
          <ac:chgData name="annebooooo342@gmail.com" userId="99f34b7afb3b2429" providerId="LiveId" clId="{B29FBF6F-7A3C-4F2B-B37E-FBE5DB1DD1DA}" dt="2026-01-16T23:53:39.631" v="656" actId="1036"/>
          <ac:picMkLst>
            <pc:docMk/>
            <pc:sldMk cId="3993036179" sldId="286"/>
            <ac:picMk id="3" creationId="{3D84D272-9C12-7B39-1D29-B184F592D512}"/>
          </ac:picMkLst>
        </pc:picChg>
        <pc:picChg chg="mod">
          <ac:chgData name="annebooooo342@gmail.com" userId="99f34b7afb3b2429" providerId="LiveId" clId="{B29FBF6F-7A3C-4F2B-B37E-FBE5DB1DD1DA}" dt="2026-01-16T23:53:39.631" v="656" actId="1036"/>
          <ac:picMkLst>
            <pc:docMk/>
            <pc:sldMk cId="3993036179" sldId="286"/>
            <ac:picMk id="8" creationId="{E9B36A64-8474-CECB-B440-060B81E457D0}"/>
          </ac:picMkLst>
        </pc:picChg>
      </pc:sldChg>
      <pc:sldChg chg="modAnim">
        <pc:chgData name="annebooooo342@gmail.com" userId="99f34b7afb3b2429" providerId="LiveId" clId="{B29FBF6F-7A3C-4F2B-B37E-FBE5DB1DD1DA}" dt="2026-01-16T23:10:44.922" v="252"/>
        <pc:sldMkLst>
          <pc:docMk/>
          <pc:sldMk cId="4244391363" sldId="287"/>
        </pc:sldMkLst>
      </pc:sldChg>
      <pc:sldChg chg="modAnim">
        <pc:chgData name="annebooooo342@gmail.com" userId="99f34b7afb3b2429" providerId="LiveId" clId="{B29FBF6F-7A3C-4F2B-B37E-FBE5DB1DD1DA}" dt="2026-01-16T23:10:52.910" v="253"/>
        <pc:sldMkLst>
          <pc:docMk/>
          <pc:sldMk cId="2351621006" sldId="288"/>
        </pc:sldMkLst>
      </pc:sldChg>
      <pc:sldChg chg="modAnim">
        <pc:chgData name="annebooooo342@gmail.com" userId="99f34b7afb3b2429" providerId="LiveId" clId="{B29FBF6F-7A3C-4F2B-B37E-FBE5DB1DD1DA}" dt="2026-01-16T23:11:03.069" v="254"/>
        <pc:sldMkLst>
          <pc:docMk/>
          <pc:sldMk cId="916023935" sldId="289"/>
        </pc:sldMkLst>
      </pc:sldChg>
      <pc:sldChg chg="addSp delSp modSp mod">
        <pc:chgData name="annebooooo342@gmail.com" userId="99f34b7afb3b2429" providerId="LiveId" clId="{B29FBF6F-7A3C-4F2B-B37E-FBE5DB1DD1DA}" dt="2026-01-16T23:59:13.733" v="658" actId="1036"/>
        <pc:sldMkLst>
          <pc:docMk/>
          <pc:sldMk cId="146322495" sldId="290"/>
        </pc:sldMkLst>
        <pc:spChg chg="add mod">
          <ac:chgData name="annebooooo342@gmail.com" userId="99f34b7afb3b2429" providerId="LiveId" clId="{B29FBF6F-7A3C-4F2B-B37E-FBE5DB1DD1DA}" dt="2026-01-16T09:40:25.929" v="95" actId="113"/>
          <ac:spMkLst>
            <pc:docMk/>
            <pc:sldMk cId="146322495" sldId="290"/>
            <ac:spMk id="7" creationId="{D826583C-B4AA-F260-E4C5-E0E3169D875C}"/>
          </ac:spMkLst>
        </pc:spChg>
        <pc:graphicFrameChg chg="add del modGraphic">
          <ac:chgData name="annebooooo342@gmail.com" userId="99f34b7afb3b2429" providerId="LiveId" clId="{B29FBF6F-7A3C-4F2B-B37E-FBE5DB1DD1DA}" dt="2026-01-16T09:35:05.767" v="20" actId="27309"/>
          <ac:graphicFrameMkLst>
            <pc:docMk/>
            <pc:sldMk cId="146322495" sldId="290"/>
            <ac:graphicFrameMk id="6" creationId="{DF6AF1CA-BDDB-4E84-3961-05BFA72A5D33}"/>
          </ac:graphicFrameMkLst>
        </pc:graphicFrameChg>
        <pc:picChg chg="mod">
          <ac:chgData name="annebooooo342@gmail.com" userId="99f34b7afb3b2429" providerId="LiveId" clId="{B29FBF6F-7A3C-4F2B-B37E-FBE5DB1DD1DA}" dt="2026-01-16T23:59:13.733" v="658" actId="1036"/>
          <ac:picMkLst>
            <pc:docMk/>
            <pc:sldMk cId="146322495" sldId="290"/>
            <ac:picMk id="2" creationId="{B3ABD211-F9EA-448A-1653-E47BDEAE2ED0}"/>
          </ac:picMkLst>
        </pc:picChg>
        <pc:picChg chg="mod">
          <ac:chgData name="annebooooo342@gmail.com" userId="99f34b7afb3b2429" providerId="LiveId" clId="{B29FBF6F-7A3C-4F2B-B37E-FBE5DB1DD1DA}" dt="2026-01-16T09:35:46.444" v="27" actId="14100"/>
          <ac:picMkLst>
            <pc:docMk/>
            <pc:sldMk cId="146322495" sldId="290"/>
            <ac:picMk id="8" creationId="{98639018-F36F-099C-D47C-17334DB812E4}"/>
          </ac:picMkLst>
        </pc:picChg>
      </pc:sldChg>
      <pc:sldChg chg="addSp modSp mod">
        <pc:chgData name="annebooooo342@gmail.com" userId="99f34b7afb3b2429" providerId="LiveId" clId="{B29FBF6F-7A3C-4F2B-B37E-FBE5DB1DD1DA}" dt="2026-01-16T09:38:17.692" v="49" actId="1076"/>
        <pc:sldMkLst>
          <pc:docMk/>
          <pc:sldMk cId="4016436027" sldId="291"/>
        </pc:sldMkLst>
        <pc:spChg chg="add mod">
          <ac:chgData name="annebooooo342@gmail.com" userId="99f34b7afb3b2429" providerId="LiveId" clId="{B29FBF6F-7A3C-4F2B-B37E-FBE5DB1DD1DA}" dt="2026-01-16T09:38:17.692" v="49" actId="1076"/>
          <ac:spMkLst>
            <pc:docMk/>
            <pc:sldMk cId="4016436027" sldId="291"/>
            <ac:spMk id="5" creationId="{28A926A7-FB01-4CBA-16DD-DDBB9FB117B8}"/>
          </ac:spMkLst>
        </pc:spChg>
      </pc:sldChg>
      <pc:sldChg chg="addSp modSp mod">
        <pc:chgData name="annebooooo342@gmail.com" userId="99f34b7afb3b2429" providerId="LiveId" clId="{B29FBF6F-7A3C-4F2B-B37E-FBE5DB1DD1DA}" dt="2026-01-16T09:53:16.625" v="242" actId="113"/>
        <pc:sldMkLst>
          <pc:docMk/>
          <pc:sldMk cId="480021142" sldId="292"/>
        </pc:sldMkLst>
        <pc:spChg chg="add mod">
          <ac:chgData name="annebooooo342@gmail.com" userId="99f34b7afb3b2429" providerId="LiveId" clId="{B29FBF6F-7A3C-4F2B-B37E-FBE5DB1DD1DA}" dt="2026-01-16T09:53:16.625" v="242" actId="113"/>
          <ac:spMkLst>
            <pc:docMk/>
            <pc:sldMk cId="480021142" sldId="292"/>
            <ac:spMk id="5" creationId="{5926A8FE-58B5-FE76-02A1-E94DDF3B1B82}"/>
          </ac:spMkLst>
        </pc:spChg>
      </pc:sldChg>
      <pc:sldChg chg="addSp modSp mod">
        <pc:chgData name="annebooooo342@gmail.com" userId="99f34b7afb3b2429" providerId="LiveId" clId="{B29FBF6F-7A3C-4F2B-B37E-FBE5DB1DD1DA}" dt="2026-01-16T09:52:37.814" v="220" actId="113"/>
        <pc:sldMkLst>
          <pc:docMk/>
          <pc:sldMk cId="3200630155" sldId="293"/>
        </pc:sldMkLst>
        <pc:spChg chg="add mod">
          <ac:chgData name="annebooooo342@gmail.com" userId="99f34b7afb3b2429" providerId="LiveId" clId="{B29FBF6F-7A3C-4F2B-B37E-FBE5DB1DD1DA}" dt="2026-01-16T09:52:37.814" v="220" actId="113"/>
          <ac:spMkLst>
            <pc:docMk/>
            <pc:sldMk cId="3200630155" sldId="293"/>
            <ac:spMk id="5" creationId="{6F0CE081-5738-1834-82BD-1ED3B501C145}"/>
          </ac:spMkLst>
        </pc:spChg>
      </pc:sldChg>
      <pc:sldChg chg="addSp modSp mod">
        <pc:chgData name="annebooooo342@gmail.com" userId="99f34b7afb3b2429" providerId="LiveId" clId="{B29FBF6F-7A3C-4F2B-B37E-FBE5DB1DD1DA}" dt="2026-01-16T09:51:43.635" v="216" actId="115"/>
        <pc:sldMkLst>
          <pc:docMk/>
          <pc:sldMk cId="4187243871" sldId="294"/>
        </pc:sldMkLst>
        <pc:spChg chg="add mod">
          <ac:chgData name="annebooooo342@gmail.com" userId="99f34b7afb3b2429" providerId="LiveId" clId="{B29FBF6F-7A3C-4F2B-B37E-FBE5DB1DD1DA}" dt="2026-01-16T09:51:43.635" v="216" actId="115"/>
          <ac:spMkLst>
            <pc:docMk/>
            <pc:sldMk cId="4187243871" sldId="294"/>
            <ac:spMk id="5" creationId="{5B8C6015-5B84-50A5-35E8-8B1DAD009F31}"/>
          </ac:spMkLst>
        </pc:spChg>
      </pc:sldChg>
      <pc:sldChg chg="addSp modSp mod">
        <pc:chgData name="annebooooo342@gmail.com" userId="99f34b7afb3b2429" providerId="LiveId" clId="{B29FBF6F-7A3C-4F2B-B37E-FBE5DB1DD1DA}" dt="2026-01-17T00:15:05.262" v="662" actId="1035"/>
        <pc:sldMkLst>
          <pc:docMk/>
          <pc:sldMk cId="2194765097" sldId="295"/>
        </pc:sldMkLst>
        <pc:spChg chg="add mod">
          <ac:chgData name="annebooooo342@gmail.com" userId="99f34b7afb3b2429" providerId="LiveId" clId="{B29FBF6F-7A3C-4F2B-B37E-FBE5DB1DD1DA}" dt="2026-01-16T09:49:04.398" v="211" actId="113"/>
          <ac:spMkLst>
            <pc:docMk/>
            <pc:sldMk cId="2194765097" sldId="295"/>
            <ac:spMk id="5" creationId="{3F2C215F-AC02-88C3-D869-C24B5605DB25}"/>
          </ac:spMkLst>
        </pc:spChg>
        <pc:picChg chg="mod">
          <ac:chgData name="annebooooo342@gmail.com" userId="99f34b7afb3b2429" providerId="LiveId" clId="{B29FBF6F-7A3C-4F2B-B37E-FBE5DB1DD1DA}" dt="2026-01-17T00:15:05.262" v="662" actId="1035"/>
          <ac:picMkLst>
            <pc:docMk/>
            <pc:sldMk cId="2194765097" sldId="295"/>
            <ac:picMk id="2" creationId="{F3DBF2CC-922E-BA18-17A0-D8EB4284F6F8}"/>
          </ac:picMkLst>
        </pc:picChg>
      </pc:sldChg>
      <pc:sldChg chg="addSp modSp mod">
        <pc:chgData name="annebooooo342@gmail.com" userId="99f34b7afb3b2429" providerId="LiveId" clId="{B29FBF6F-7A3C-4F2B-B37E-FBE5DB1DD1DA}" dt="2026-01-16T09:48:49.665" v="207" actId="113"/>
        <pc:sldMkLst>
          <pc:docMk/>
          <pc:sldMk cId="851479325" sldId="296"/>
        </pc:sldMkLst>
        <pc:spChg chg="add mod">
          <ac:chgData name="annebooooo342@gmail.com" userId="99f34b7afb3b2429" providerId="LiveId" clId="{B29FBF6F-7A3C-4F2B-B37E-FBE5DB1DD1DA}" dt="2026-01-16T09:48:49.665" v="207" actId="113"/>
          <ac:spMkLst>
            <pc:docMk/>
            <pc:sldMk cId="851479325" sldId="296"/>
            <ac:spMk id="5" creationId="{E447637B-36AE-E6DD-1597-C3B396907DEB}"/>
          </ac:spMkLst>
        </pc:spChg>
      </pc:sldChg>
      <pc:sldChg chg="add setBg">
        <pc:chgData name="annebooooo342@gmail.com" userId="99f34b7afb3b2429" providerId="LiveId" clId="{B29FBF6F-7A3C-4F2B-B37E-FBE5DB1DD1DA}" dt="2026-01-16T23:31:28.029" v="255"/>
        <pc:sldMkLst>
          <pc:docMk/>
          <pc:sldMk cId="2812644771"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6277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07B5-3EEE-DCB4-758F-A578BD052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50AD3-D2B6-1EF3-CFF3-E8AF0BB2E9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38767-4864-8695-F24E-F9D77DA4DB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CB259-57D5-6F81-E0AB-B6577D466F0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814089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A7051-0CC4-E32A-0750-63F54FB4B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F7C73-9EFC-E1AB-D08F-6BC9CE3CF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EDB65-C50D-221E-279C-D2599DE941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04B1CE-E004-15D0-5DF2-39526E48AF2A}"/>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138855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450D9-614B-EE33-256E-74E074FE4C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1E815-123D-8783-12A3-C55398BBC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96263-D3B2-ABD9-5A11-811E91DC3C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1B550E-DDAA-FFFB-8BA1-7986D28D18E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78563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04EEA-93E6-9AE7-D2FB-9285D4F84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AFE45-8DF7-7B1B-B2E9-1C3812904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CBB425-FEF5-E3FA-EE1E-5909F7F17E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F62834-1810-5C73-15CB-C5557501278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25851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1F3FF-B528-E080-4927-B08DE4321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106C4-B10F-C910-0215-C4585EA9A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4A87E-310E-DDAD-3CDE-E7248D91D5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78461A-6E8D-B33A-C15D-2078EFC67BEB}"/>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84808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B01B9-0C27-9045-3987-582612990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C6E0E1-F824-7653-2235-5D12D185E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28407B-9CE9-FA07-B8C8-063E1F9A12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DBF87B-3581-BBF9-CF30-71BD62E7F45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8355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50C69-7284-278A-F0C2-71FBADA27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67EC8-16A2-D355-0D21-AAC9FAE56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9CDD8-0DCE-5576-8EBB-F20B7EA8A7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0766EC-D680-F073-B5EB-C132260BA38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291582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924CB-0710-8395-5C5D-E9BD7E6FA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74766-B718-2674-C05C-DFCDA3CEC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201EE-5B62-B910-1E04-EC60B22CC6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AA9626-C256-042E-5C4C-0AE46380C11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88084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39E07-4073-E3E7-8B6C-A9CBCBF4B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1D726-3499-6BE4-C56A-D577EDEAC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9026A-0FDF-07A9-7878-A006D78DF8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01BAB3-BB4D-67AA-32DB-1C8031558BE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89226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D96BC-43FD-AD84-FEBB-607EB9D57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6F074-DB6D-C4BB-B114-C843C78C2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325082-E36E-70F0-8534-4C8DEF75B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A964F7-C138-55B5-D254-65295021799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13604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B4C1E-37FC-0E39-6B63-69521E9A2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CC65B-7D3F-8973-11B1-32817D6091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E75C1-F5CE-0FED-E526-9EF2ADE62C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6B0126-DB80-BFCD-851C-F0F8519C2DE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285362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AAFAE-778E-9112-8432-F0DCEB66D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F5752-32C8-3B71-685B-A8A2F4472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19558-510D-D658-1370-1EDBE316BF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AB1CBA-74B0-4CB9-6F35-30EE435D390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412235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20D21-6AF5-A27F-53AC-BEB8C69B9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D9907-255A-E832-BC09-E23837F804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CBAFC6-05B0-CEDC-A639-99C63A2A8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01244-6D16-0EC4-2C59-23BA985DE4F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52239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63B53-D67F-1890-3AC9-0130C2CCDF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3EA11-4A74-FED5-546A-50C3B0608A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F7E2A-3537-FFF9-7A3F-13D88BFBE8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1C4B57-4D6C-9118-9C80-D190BEA9B4A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288094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60556-5691-57C3-EE21-3953BD65E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6A5BA-0CA0-5C5D-E1DD-3FFCC4F0E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201AF-7C04-B4B8-35A2-E7830688CB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D7B241-A1A8-CD47-963E-DD18AFDD58D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45291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D4AFB-24C4-C612-684F-E84299F56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65D65-8884-022E-3E4C-8F2D567ED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C57E7A-93F4-9837-0B83-D4CCD0071A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EF31AB-82D5-7311-8D2B-4B28B45B1D2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452406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72528"/>
            <a:ext cx="12192000" cy="990608"/>
          </a:xfrm>
          <a:prstGeom prst="rect">
            <a:avLst/>
          </a:prstGeom>
        </p:spPr>
      </p:pic>
      <p:pic>
        <p:nvPicPr>
          <p:cNvPr id="4" name="Image 2" descr="preencoded.png"/>
          <p:cNvPicPr>
            <a:picLocks noChangeAspect="1"/>
          </p:cNvPicPr>
          <p:nvPr/>
        </p:nvPicPr>
        <p:blipFill>
          <a:blip r:embed="rId4"/>
          <a:stretch>
            <a:fillRect/>
          </a:stretch>
        </p:blipFill>
        <p:spPr>
          <a:xfrm>
            <a:off x="5638651" y="747084"/>
            <a:ext cx="914400" cy="38100"/>
          </a:xfrm>
          <a:prstGeom prst="rect">
            <a:avLst/>
          </a:prstGeom>
        </p:spPr>
      </p:pic>
      <p:pic>
        <p:nvPicPr>
          <p:cNvPr id="5" name="Image 3" descr="preencoded.png"/>
          <p:cNvPicPr>
            <a:picLocks noChangeAspect="1"/>
          </p:cNvPicPr>
          <p:nvPr/>
        </p:nvPicPr>
        <p:blipFill>
          <a:blip r:embed="rId5"/>
          <a:stretch>
            <a:fillRect/>
          </a:stretch>
        </p:blipFill>
        <p:spPr>
          <a:xfrm>
            <a:off x="264160" y="13838"/>
            <a:ext cx="11855953" cy="1635428"/>
          </a:xfrm>
          <a:prstGeom prst="rect">
            <a:avLst/>
          </a:prstGeom>
        </p:spPr>
      </p:pic>
      <p:pic>
        <p:nvPicPr>
          <p:cNvPr id="6" name="Image 4" descr="preencoded.png"/>
          <p:cNvPicPr>
            <a:picLocks noChangeAspect="1"/>
          </p:cNvPicPr>
          <p:nvPr/>
        </p:nvPicPr>
        <p:blipFill>
          <a:blip r:embed="rId6"/>
          <a:stretch>
            <a:fillRect/>
          </a:stretch>
        </p:blipFill>
        <p:spPr>
          <a:xfrm>
            <a:off x="1907516" y="2226279"/>
            <a:ext cx="9048031" cy="650935"/>
          </a:xfrm>
          <a:prstGeom prst="rect">
            <a:avLst/>
          </a:prstGeom>
        </p:spPr>
      </p:pic>
      <p:pic>
        <p:nvPicPr>
          <p:cNvPr id="7" name="Image 5" descr="preencoded.png"/>
          <p:cNvPicPr>
            <a:picLocks noChangeAspect="1"/>
          </p:cNvPicPr>
          <p:nvPr/>
        </p:nvPicPr>
        <p:blipFill>
          <a:blip r:embed="rId7"/>
          <a:stretch>
            <a:fillRect/>
          </a:stretch>
        </p:blipFill>
        <p:spPr>
          <a:xfrm>
            <a:off x="2120696" y="2242128"/>
            <a:ext cx="543464" cy="543464"/>
          </a:xfrm>
          <a:prstGeom prst="rect">
            <a:avLst/>
          </a:prstGeom>
        </p:spPr>
      </p:pic>
      <p:sp>
        <p:nvSpPr>
          <p:cNvPr id="14" name="Text 0"/>
          <p:cNvSpPr/>
          <p:nvPr/>
        </p:nvSpPr>
        <p:spPr>
          <a:xfrm>
            <a:off x="4126662" y="284672"/>
            <a:ext cx="3938528" cy="304802"/>
          </a:xfrm>
          <a:prstGeom prst="rect">
            <a:avLst/>
          </a:prstGeom>
          <a:noFill/>
          <a:ln/>
        </p:spPr>
        <p:txBody>
          <a:bodyPr vert="horz" wrap="square" lIns="0" tIns="0" rIns="0" bIns="0" rtlCol="0" anchor="t"/>
          <a:lstStyle/>
          <a:p>
            <a:pPr marL="0" indent="0" algn="ctr">
              <a:lnSpc>
                <a:spcPts val="3000"/>
              </a:lnSpc>
              <a:buNone/>
            </a:pPr>
            <a:endParaRPr lang="en-US" sz="2700" dirty="0"/>
          </a:p>
        </p:txBody>
      </p:sp>
      <p:sp>
        <p:nvSpPr>
          <p:cNvPr id="15" name="Text 1"/>
          <p:cNvSpPr/>
          <p:nvPr/>
        </p:nvSpPr>
        <p:spPr>
          <a:xfrm>
            <a:off x="485390" y="145955"/>
            <a:ext cx="11413491" cy="662792"/>
          </a:xfrm>
          <a:prstGeom prst="rect">
            <a:avLst/>
          </a:prstGeom>
          <a:noFill/>
          <a:ln/>
        </p:spPr>
        <p:txBody>
          <a:bodyPr vert="horz" wrap="square" lIns="0" tIns="0" rIns="0" bIns="0" rtlCol="0" anchor="t"/>
          <a:lstStyle/>
          <a:p>
            <a:pPr algn="ctr"/>
            <a:r>
              <a:rPr lang="en-US" sz="9000" b="1" dirty="0"/>
              <a:t>CIAL</a:t>
            </a:r>
            <a:r>
              <a:rPr lang="en-US" sz="8500" b="1" dirty="0"/>
              <a:t> Method</a:t>
            </a:r>
          </a:p>
        </p:txBody>
      </p:sp>
      <p:sp>
        <p:nvSpPr>
          <p:cNvPr id="16" name="Text 2"/>
          <p:cNvSpPr/>
          <p:nvPr/>
        </p:nvSpPr>
        <p:spPr>
          <a:xfrm>
            <a:off x="2248542" y="2454556"/>
            <a:ext cx="454074"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rPr>
              <a:t>C</a:t>
            </a:r>
            <a:endParaRPr lang="en-US" sz="3500" dirty="0"/>
          </a:p>
        </p:txBody>
      </p:sp>
      <p:sp>
        <p:nvSpPr>
          <p:cNvPr id="17" name="Text 3"/>
          <p:cNvSpPr/>
          <p:nvPr/>
        </p:nvSpPr>
        <p:spPr>
          <a:xfrm>
            <a:off x="3285262" y="2512034"/>
            <a:ext cx="8834851" cy="543464"/>
          </a:xfrm>
          <a:prstGeom prst="rect">
            <a:avLst/>
          </a:prstGeom>
          <a:noFill/>
          <a:ln/>
        </p:spPr>
        <p:txBody>
          <a:bodyPr vert="horz" wrap="square" lIns="0" tIns="0" rIns="0" bIns="0" rtlCol="0" anchor="t"/>
          <a:lstStyle/>
          <a:p>
            <a:pPr>
              <a:lnSpc>
                <a:spcPts val="2100"/>
              </a:lnSpc>
            </a:pPr>
            <a:r>
              <a:rPr lang="en-PH" sz="3500" dirty="0"/>
              <a:t>Contextualize/ Circle Keywords</a:t>
            </a:r>
            <a:endParaRPr lang="en-US" sz="3500" dirty="0"/>
          </a:p>
        </p:txBody>
      </p:sp>
      <p:pic>
        <p:nvPicPr>
          <p:cNvPr id="25" name="Image 4" descr="preencoded.png">
            <a:extLst>
              <a:ext uri="{FF2B5EF4-FFF2-40B4-BE49-F238E27FC236}">
                <a16:creationId xmlns:a16="http://schemas.microsoft.com/office/drawing/2014/main" id="{43866916-4047-EC84-1836-8C9BC26156C1}"/>
              </a:ext>
            </a:extLst>
          </p:cNvPr>
          <p:cNvPicPr>
            <a:picLocks noChangeAspect="1"/>
          </p:cNvPicPr>
          <p:nvPr/>
        </p:nvPicPr>
        <p:blipFill>
          <a:blip r:embed="rId6"/>
          <a:stretch>
            <a:fillRect/>
          </a:stretch>
        </p:blipFill>
        <p:spPr>
          <a:xfrm>
            <a:off x="1907516" y="3170332"/>
            <a:ext cx="9048031" cy="650935"/>
          </a:xfrm>
          <a:prstGeom prst="rect">
            <a:avLst/>
          </a:prstGeom>
        </p:spPr>
      </p:pic>
      <p:sp>
        <p:nvSpPr>
          <p:cNvPr id="26" name="Text 3">
            <a:extLst>
              <a:ext uri="{FF2B5EF4-FFF2-40B4-BE49-F238E27FC236}">
                <a16:creationId xmlns:a16="http://schemas.microsoft.com/office/drawing/2014/main" id="{94505453-6151-4703-1041-485535CFED85}"/>
              </a:ext>
            </a:extLst>
          </p:cNvPr>
          <p:cNvSpPr/>
          <p:nvPr/>
        </p:nvSpPr>
        <p:spPr>
          <a:xfrm>
            <a:off x="3285262" y="3456087"/>
            <a:ext cx="8834851" cy="543464"/>
          </a:xfrm>
          <a:prstGeom prst="rect">
            <a:avLst/>
          </a:prstGeom>
          <a:noFill/>
          <a:ln/>
        </p:spPr>
        <p:txBody>
          <a:bodyPr vert="horz" wrap="square" lIns="0" tIns="0" rIns="0" bIns="0" rtlCol="0" anchor="t"/>
          <a:lstStyle/>
          <a:p>
            <a:pPr>
              <a:lnSpc>
                <a:spcPts val="2100"/>
              </a:lnSpc>
            </a:pPr>
            <a:r>
              <a:rPr lang="en-PH" sz="3500" dirty="0"/>
              <a:t>Inference and identify</a:t>
            </a:r>
            <a:endParaRPr lang="en-US" sz="3500" dirty="0"/>
          </a:p>
        </p:txBody>
      </p:sp>
      <p:pic>
        <p:nvPicPr>
          <p:cNvPr id="27" name="Image 4" descr="preencoded.png">
            <a:extLst>
              <a:ext uri="{FF2B5EF4-FFF2-40B4-BE49-F238E27FC236}">
                <a16:creationId xmlns:a16="http://schemas.microsoft.com/office/drawing/2014/main" id="{188DBA79-2B8C-D492-9D9B-E0E3DF0D0A3E}"/>
              </a:ext>
            </a:extLst>
          </p:cNvPr>
          <p:cNvPicPr>
            <a:picLocks noChangeAspect="1"/>
          </p:cNvPicPr>
          <p:nvPr/>
        </p:nvPicPr>
        <p:blipFill>
          <a:blip r:embed="rId6"/>
          <a:stretch>
            <a:fillRect/>
          </a:stretch>
        </p:blipFill>
        <p:spPr>
          <a:xfrm>
            <a:off x="1907516" y="4074672"/>
            <a:ext cx="9048031" cy="650935"/>
          </a:xfrm>
          <a:prstGeom prst="rect">
            <a:avLst/>
          </a:prstGeom>
        </p:spPr>
      </p:pic>
      <p:sp>
        <p:nvSpPr>
          <p:cNvPr id="28" name="Text 3">
            <a:extLst>
              <a:ext uri="{FF2B5EF4-FFF2-40B4-BE49-F238E27FC236}">
                <a16:creationId xmlns:a16="http://schemas.microsoft.com/office/drawing/2014/main" id="{35EFB5A1-9DD2-D4B4-E505-16F956315D1A}"/>
              </a:ext>
            </a:extLst>
          </p:cNvPr>
          <p:cNvSpPr/>
          <p:nvPr/>
        </p:nvSpPr>
        <p:spPr>
          <a:xfrm>
            <a:off x="3285262" y="4360427"/>
            <a:ext cx="8834851" cy="543464"/>
          </a:xfrm>
          <a:prstGeom prst="rect">
            <a:avLst/>
          </a:prstGeom>
          <a:noFill/>
          <a:ln/>
        </p:spPr>
        <p:txBody>
          <a:bodyPr vert="horz" wrap="square" lIns="0" tIns="0" rIns="0" bIns="0" rtlCol="0" anchor="t"/>
          <a:lstStyle/>
          <a:p>
            <a:pPr>
              <a:lnSpc>
                <a:spcPts val="2100"/>
              </a:lnSpc>
            </a:pPr>
            <a:r>
              <a:rPr lang="en-PH" sz="3500" dirty="0"/>
              <a:t>Analyze and remove</a:t>
            </a:r>
            <a:endParaRPr lang="en-US" sz="3500" dirty="0"/>
          </a:p>
        </p:txBody>
      </p:sp>
      <p:pic>
        <p:nvPicPr>
          <p:cNvPr id="29" name="Image 4" descr="preencoded.png">
            <a:extLst>
              <a:ext uri="{FF2B5EF4-FFF2-40B4-BE49-F238E27FC236}">
                <a16:creationId xmlns:a16="http://schemas.microsoft.com/office/drawing/2014/main" id="{6DE64745-203F-B7EB-DA5E-19244FCE1824}"/>
              </a:ext>
            </a:extLst>
          </p:cNvPr>
          <p:cNvPicPr>
            <a:picLocks noChangeAspect="1"/>
          </p:cNvPicPr>
          <p:nvPr/>
        </p:nvPicPr>
        <p:blipFill>
          <a:blip r:embed="rId6"/>
          <a:stretch>
            <a:fillRect/>
          </a:stretch>
        </p:blipFill>
        <p:spPr>
          <a:xfrm>
            <a:off x="1907516" y="4989440"/>
            <a:ext cx="9048031" cy="650935"/>
          </a:xfrm>
          <a:prstGeom prst="rect">
            <a:avLst/>
          </a:prstGeom>
        </p:spPr>
      </p:pic>
      <p:sp>
        <p:nvSpPr>
          <p:cNvPr id="30" name="Text 3">
            <a:extLst>
              <a:ext uri="{FF2B5EF4-FFF2-40B4-BE49-F238E27FC236}">
                <a16:creationId xmlns:a16="http://schemas.microsoft.com/office/drawing/2014/main" id="{3BE93554-4F9C-7181-5EFA-10CEF7CC1E78}"/>
              </a:ext>
            </a:extLst>
          </p:cNvPr>
          <p:cNvSpPr/>
          <p:nvPr/>
        </p:nvSpPr>
        <p:spPr>
          <a:xfrm>
            <a:off x="3285262" y="5050914"/>
            <a:ext cx="8834851" cy="543464"/>
          </a:xfrm>
          <a:prstGeom prst="rect">
            <a:avLst/>
          </a:prstGeom>
          <a:noFill/>
          <a:ln/>
        </p:spPr>
        <p:txBody>
          <a:bodyPr vert="horz" wrap="square" lIns="0" tIns="0" rIns="0" bIns="0" rtlCol="0" anchor="t"/>
          <a:lstStyle/>
          <a:p>
            <a:r>
              <a:rPr lang="en-PH" sz="3500" dirty="0"/>
              <a:t>Link your choice back to the text</a:t>
            </a:r>
          </a:p>
        </p:txBody>
      </p:sp>
      <p:pic>
        <p:nvPicPr>
          <p:cNvPr id="9" name="Image 7" descr="preencoded.png"/>
          <p:cNvPicPr>
            <a:picLocks noChangeAspect="1"/>
          </p:cNvPicPr>
          <p:nvPr/>
        </p:nvPicPr>
        <p:blipFill>
          <a:blip r:embed="rId8"/>
          <a:stretch>
            <a:fillRect/>
          </a:stretch>
        </p:blipFill>
        <p:spPr>
          <a:xfrm>
            <a:off x="2133274" y="3223377"/>
            <a:ext cx="543464" cy="543464"/>
          </a:xfrm>
          <a:prstGeom prst="rect">
            <a:avLst/>
          </a:prstGeom>
        </p:spPr>
      </p:pic>
      <p:sp>
        <p:nvSpPr>
          <p:cNvPr id="18" name="Text 4"/>
          <p:cNvSpPr/>
          <p:nvPr/>
        </p:nvSpPr>
        <p:spPr>
          <a:xfrm>
            <a:off x="2316656" y="3447661"/>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rPr>
              <a:t>I</a:t>
            </a:r>
            <a:endParaRPr lang="en-US" sz="3500" dirty="0"/>
          </a:p>
        </p:txBody>
      </p:sp>
      <p:pic>
        <p:nvPicPr>
          <p:cNvPr id="11" name="Image 9" descr="preencoded.png"/>
          <p:cNvPicPr>
            <a:picLocks noChangeAspect="1"/>
          </p:cNvPicPr>
          <p:nvPr/>
        </p:nvPicPr>
        <p:blipFill>
          <a:blip r:embed="rId9"/>
          <a:stretch>
            <a:fillRect/>
          </a:stretch>
        </p:blipFill>
        <p:spPr>
          <a:xfrm>
            <a:off x="2126962" y="4130512"/>
            <a:ext cx="543464" cy="543464"/>
          </a:xfrm>
          <a:prstGeom prst="rect">
            <a:avLst/>
          </a:prstGeom>
        </p:spPr>
      </p:pic>
      <p:sp>
        <p:nvSpPr>
          <p:cNvPr id="20" name="Text 6"/>
          <p:cNvSpPr/>
          <p:nvPr/>
        </p:nvSpPr>
        <p:spPr>
          <a:xfrm>
            <a:off x="2254762" y="4374390"/>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rPr>
              <a:t>A</a:t>
            </a:r>
            <a:endParaRPr lang="en-US" sz="3500" dirty="0"/>
          </a:p>
        </p:txBody>
      </p:sp>
      <p:pic>
        <p:nvPicPr>
          <p:cNvPr id="13" name="Image 11" descr="preencoded.png"/>
          <p:cNvPicPr>
            <a:picLocks noChangeAspect="1"/>
          </p:cNvPicPr>
          <p:nvPr/>
        </p:nvPicPr>
        <p:blipFill>
          <a:blip r:embed="rId10"/>
          <a:stretch>
            <a:fillRect/>
          </a:stretch>
        </p:blipFill>
        <p:spPr>
          <a:xfrm>
            <a:off x="2141900" y="5046999"/>
            <a:ext cx="543464" cy="543464"/>
          </a:xfrm>
          <a:prstGeom prst="rect">
            <a:avLst/>
          </a:prstGeom>
        </p:spPr>
      </p:pic>
      <p:sp>
        <p:nvSpPr>
          <p:cNvPr id="22" name="Text 8"/>
          <p:cNvSpPr/>
          <p:nvPr/>
        </p:nvSpPr>
        <p:spPr>
          <a:xfrm>
            <a:off x="2319970" y="5279911"/>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rPr>
              <a:t>L</a:t>
            </a:r>
            <a:endParaRPr lang="en-US" sz="3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26" grpId="0" animBg="1"/>
      <p:bldP spid="28" grpId="0" animBg="1"/>
      <p:bldP spid="30" grpId="0" animBg="1"/>
      <p:bldP spid="18" grpId="0" animBg="1"/>
      <p:bldP spid="20" grpId="0" animBg="1"/>
      <p:bldP spid="2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EAA0C-4946-D756-C2DD-BEDF6FFE6F4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F141DF0-0174-E36C-A3CD-0E0300CEB7BC}"/>
              </a:ext>
            </a:extLst>
          </p:cNvPr>
          <p:cNvPicPr>
            <a:picLocks noChangeAspect="1"/>
          </p:cNvPicPr>
          <p:nvPr/>
        </p:nvPicPr>
        <p:blipFill>
          <a:blip r:embed="rId3"/>
          <a:stretch>
            <a:fillRect/>
          </a:stretch>
        </p:blipFill>
        <p:spPr>
          <a:xfrm>
            <a:off x="0" y="-172528"/>
            <a:ext cx="12192000" cy="990608"/>
          </a:xfrm>
          <a:prstGeom prst="rect">
            <a:avLst/>
          </a:prstGeom>
        </p:spPr>
      </p:pic>
      <p:pic>
        <p:nvPicPr>
          <p:cNvPr id="4" name="Image 2" descr="preencoded.png">
            <a:extLst>
              <a:ext uri="{FF2B5EF4-FFF2-40B4-BE49-F238E27FC236}">
                <a16:creationId xmlns:a16="http://schemas.microsoft.com/office/drawing/2014/main" id="{EE00741A-D8F0-34BC-0CCA-A9472023D9F1}"/>
              </a:ext>
            </a:extLst>
          </p:cNvPr>
          <p:cNvPicPr>
            <a:picLocks noChangeAspect="1"/>
          </p:cNvPicPr>
          <p:nvPr/>
        </p:nvPicPr>
        <p:blipFill>
          <a:blip r:embed="rId4"/>
          <a:stretch>
            <a:fillRect/>
          </a:stretch>
        </p:blipFill>
        <p:spPr>
          <a:xfrm>
            <a:off x="5638651" y="747084"/>
            <a:ext cx="914400" cy="38100"/>
          </a:xfrm>
          <a:prstGeom prst="rect">
            <a:avLst/>
          </a:prstGeom>
        </p:spPr>
      </p:pic>
      <p:pic>
        <p:nvPicPr>
          <p:cNvPr id="5" name="Image 3" descr="preencoded.png">
            <a:extLst>
              <a:ext uri="{FF2B5EF4-FFF2-40B4-BE49-F238E27FC236}">
                <a16:creationId xmlns:a16="http://schemas.microsoft.com/office/drawing/2014/main" id="{8E089259-9CA5-69C3-35AA-D463B07F5D8D}"/>
              </a:ext>
            </a:extLst>
          </p:cNvPr>
          <p:cNvPicPr>
            <a:picLocks noChangeAspect="1"/>
          </p:cNvPicPr>
          <p:nvPr/>
        </p:nvPicPr>
        <p:blipFill>
          <a:blip r:embed="rId5"/>
          <a:stretch>
            <a:fillRect/>
          </a:stretch>
        </p:blipFill>
        <p:spPr>
          <a:xfrm>
            <a:off x="264159" y="862286"/>
            <a:ext cx="11855953" cy="2152650"/>
          </a:xfrm>
          <a:prstGeom prst="rect">
            <a:avLst/>
          </a:prstGeom>
        </p:spPr>
      </p:pic>
      <p:pic>
        <p:nvPicPr>
          <p:cNvPr id="6" name="Image 4" descr="preencoded.png">
            <a:extLst>
              <a:ext uri="{FF2B5EF4-FFF2-40B4-BE49-F238E27FC236}">
                <a16:creationId xmlns:a16="http://schemas.microsoft.com/office/drawing/2014/main" id="{E05F36DC-4C94-A82C-7746-11D2E348E832}"/>
              </a:ext>
            </a:extLst>
          </p:cNvPr>
          <p:cNvPicPr>
            <a:picLocks noChangeAspect="1"/>
          </p:cNvPicPr>
          <p:nvPr/>
        </p:nvPicPr>
        <p:blipFill>
          <a:blip r:embed="rId6"/>
          <a:stretch>
            <a:fillRect/>
          </a:stretch>
        </p:blipFill>
        <p:spPr>
          <a:xfrm>
            <a:off x="2425100" y="3347767"/>
            <a:ext cx="9048031" cy="650935"/>
          </a:xfrm>
          <a:prstGeom prst="rect">
            <a:avLst/>
          </a:prstGeom>
        </p:spPr>
      </p:pic>
      <p:pic>
        <p:nvPicPr>
          <p:cNvPr id="7" name="Image 5" descr="preencoded.png">
            <a:extLst>
              <a:ext uri="{FF2B5EF4-FFF2-40B4-BE49-F238E27FC236}">
                <a16:creationId xmlns:a16="http://schemas.microsoft.com/office/drawing/2014/main" id="{A54E9604-0A51-9A3D-7179-E7A2306D61E2}"/>
              </a:ext>
            </a:extLst>
          </p:cNvPr>
          <p:cNvPicPr>
            <a:picLocks noChangeAspect="1"/>
          </p:cNvPicPr>
          <p:nvPr/>
        </p:nvPicPr>
        <p:blipFill>
          <a:blip r:embed="rId7"/>
          <a:stretch>
            <a:fillRect/>
          </a:stretch>
        </p:blipFill>
        <p:spPr>
          <a:xfrm>
            <a:off x="2551281" y="3396294"/>
            <a:ext cx="543464" cy="543464"/>
          </a:xfrm>
          <a:prstGeom prst="rect">
            <a:avLst/>
          </a:prstGeom>
        </p:spPr>
      </p:pic>
      <p:sp>
        <p:nvSpPr>
          <p:cNvPr id="14" name="Text 0">
            <a:extLst>
              <a:ext uri="{FF2B5EF4-FFF2-40B4-BE49-F238E27FC236}">
                <a16:creationId xmlns:a16="http://schemas.microsoft.com/office/drawing/2014/main" id="{35F07F39-EE42-C4A7-E8E4-9BBE86ECB90E}"/>
              </a:ext>
            </a:extLst>
          </p:cNvPr>
          <p:cNvSpPr/>
          <p:nvPr/>
        </p:nvSpPr>
        <p:spPr>
          <a:xfrm>
            <a:off x="4126662" y="284672"/>
            <a:ext cx="3938528" cy="304802"/>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Question</a:t>
            </a:r>
            <a:endParaRPr lang="en-US" sz="2700" dirty="0"/>
          </a:p>
        </p:txBody>
      </p:sp>
      <p:sp>
        <p:nvSpPr>
          <p:cNvPr id="15" name="Text 1">
            <a:extLst>
              <a:ext uri="{FF2B5EF4-FFF2-40B4-BE49-F238E27FC236}">
                <a16:creationId xmlns:a16="http://schemas.microsoft.com/office/drawing/2014/main" id="{A2887785-8760-DBEA-48AC-E3C52322E42A}"/>
              </a:ext>
            </a:extLst>
          </p:cNvPr>
          <p:cNvSpPr/>
          <p:nvPr/>
        </p:nvSpPr>
        <p:spPr>
          <a:xfrm>
            <a:off x="514349" y="1112101"/>
            <a:ext cx="11413491" cy="662792"/>
          </a:xfrm>
          <a:prstGeom prst="rect">
            <a:avLst/>
          </a:prstGeom>
          <a:noFill/>
          <a:ln/>
        </p:spPr>
        <p:txBody>
          <a:bodyPr vert="horz" wrap="square" lIns="0" tIns="0" rIns="0" bIns="0" rtlCol="0" anchor="t"/>
          <a:lstStyle/>
          <a:p>
            <a:pPr algn="just"/>
            <a:r>
              <a:rPr lang="en-US" sz="3500" dirty="0"/>
              <a:t>1. When organizing a school-wide sports tournament, which document is most essential for outlining the specific rules, protest procedures, and eligibility requirements?</a:t>
            </a:r>
          </a:p>
        </p:txBody>
      </p:sp>
      <p:sp>
        <p:nvSpPr>
          <p:cNvPr id="16" name="Text 2">
            <a:extLst>
              <a:ext uri="{FF2B5EF4-FFF2-40B4-BE49-F238E27FC236}">
                <a16:creationId xmlns:a16="http://schemas.microsoft.com/office/drawing/2014/main" id="{74155528-F6A4-978E-ED4D-062F70916A8E}"/>
              </a:ext>
            </a:extLst>
          </p:cNvPr>
          <p:cNvSpPr/>
          <p:nvPr/>
        </p:nvSpPr>
        <p:spPr>
          <a:xfrm>
            <a:off x="2679127" y="3608722"/>
            <a:ext cx="454074"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A</a:t>
            </a:r>
            <a:endParaRPr lang="en-US" sz="3500" dirty="0"/>
          </a:p>
        </p:txBody>
      </p:sp>
      <p:sp>
        <p:nvSpPr>
          <p:cNvPr id="17" name="Text 3">
            <a:extLst>
              <a:ext uri="{FF2B5EF4-FFF2-40B4-BE49-F238E27FC236}">
                <a16:creationId xmlns:a16="http://schemas.microsoft.com/office/drawing/2014/main" id="{85FD9C6D-4C25-89C4-9B10-2B18EE104A3B}"/>
              </a:ext>
            </a:extLst>
          </p:cNvPr>
          <p:cNvSpPr/>
          <p:nvPr/>
        </p:nvSpPr>
        <p:spPr>
          <a:xfrm>
            <a:off x="3802846" y="3633522"/>
            <a:ext cx="8834851" cy="543464"/>
          </a:xfrm>
          <a:prstGeom prst="rect">
            <a:avLst/>
          </a:prstGeom>
          <a:noFill/>
          <a:ln/>
        </p:spPr>
        <p:txBody>
          <a:bodyPr vert="horz" wrap="square" lIns="0" tIns="0" rIns="0" bIns="0" rtlCol="0" anchor="t"/>
          <a:lstStyle/>
          <a:p>
            <a:pPr>
              <a:lnSpc>
                <a:spcPts val="2100"/>
              </a:lnSpc>
            </a:pPr>
            <a:r>
              <a:rPr lang="en-PH" sz="3500" dirty="0"/>
              <a:t>Tournament Guidelines/Ground Rules</a:t>
            </a:r>
            <a:endParaRPr lang="en-US" sz="3500" dirty="0"/>
          </a:p>
        </p:txBody>
      </p:sp>
      <p:pic>
        <p:nvPicPr>
          <p:cNvPr id="25" name="Image 4" descr="preencoded.png">
            <a:extLst>
              <a:ext uri="{FF2B5EF4-FFF2-40B4-BE49-F238E27FC236}">
                <a16:creationId xmlns:a16="http://schemas.microsoft.com/office/drawing/2014/main" id="{283004A9-CD28-BC70-A772-5C0C806FC81E}"/>
              </a:ext>
            </a:extLst>
          </p:cNvPr>
          <p:cNvPicPr>
            <a:picLocks noChangeAspect="1"/>
          </p:cNvPicPr>
          <p:nvPr/>
        </p:nvPicPr>
        <p:blipFill>
          <a:blip r:embed="rId6"/>
          <a:stretch>
            <a:fillRect/>
          </a:stretch>
        </p:blipFill>
        <p:spPr>
          <a:xfrm>
            <a:off x="2425100" y="4291820"/>
            <a:ext cx="9048031" cy="650935"/>
          </a:xfrm>
          <a:prstGeom prst="rect">
            <a:avLst/>
          </a:prstGeom>
        </p:spPr>
      </p:pic>
      <p:sp>
        <p:nvSpPr>
          <p:cNvPr id="26" name="Text 3">
            <a:extLst>
              <a:ext uri="{FF2B5EF4-FFF2-40B4-BE49-F238E27FC236}">
                <a16:creationId xmlns:a16="http://schemas.microsoft.com/office/drawing/2014/main" id="{56D93820-87E7-FB38-EBEC-02CC51D8FF4A}"/>
              </a:ext>
            </a:extLst>
          </p:cNvPr>
          <p:cNvSpPr/>
          <p:nvPr/>
        </p:nvSpPr>
        <p:spPr>
          <a:xfrm>
            <a:off x="3802846" y="4577575"/>
            <a:ext cx="8834851" cy="543464"/>
          </a:xfrm>
          <a:prstGeom prst="rect">
            <a:avLst/>
          </a:prstGeom>
          <a:noFill/>
          <a:ln/>
        </p:spPr>
        <p:txBody>
          <a:bodyPr vert="horz" wrap="square" lIns="0" tIns="0" rIns="0" bIns="0" rtlCol="0" anchor="t"/>
          <a:lstStyle/>
          <a:p>
            <a:pPr>
              <a:lnSpc>
                <a:spcPts val="2100"/>
              </a:lnSpc>
            </a:pPr>
            <a:r>
              <a:rPr lang="en-PH" sz="3500" dirty="0"/>
              <a:t>Working Committees List</a:t>
            </a:r>
            <a:endParaRPr lang="en-US" sz="3500" dirty="0"/>
          </a:p>
        </p:txBody>
      </p:sp>
      <p:pic>
        <p:nvPicPr>
          <p:cNvPr id="27" name="Image 4" descr="preencoded.png">
            <a:extLst>
              <a:ext uri="{FF2B5EF4-FFF2-40B4-BE49-F238E27FC236}">
                <a16:creationId xmlns:a16="http://schemas.microsoft.com/office/drawing/2014/main" id="{D4E19605-C65D-11B2-5F72-2E5E24A18EAA}"/>
              </a:ext>
            </a:extLst>
          </p:cNvPr>
          <p:cNvPicPr>
            <a:picLocks noChangeAspect="1"/>
          </p:cNvPicPr>
          <p:nvPr/>
        </p:nvPicPr>
        <p:blipFill>
          <a:blip r:embed="rId6"/>
          <a:stretch>
            <a:fillRect/>
          </a:stretch>
        </p:blipFill>
        <p:spPr>
          <a:xfrm>
            <a:off x="2425100" y="5196160"/>
            <a:ext cx="9048031" cy="650935"/>
          </a:xfrm>
          <a:prstGeom prst="rect">
            <a:avLst/>
          </a:prstGeom>
        </p:spPr>
      </p:pic>
      <p:sp>
        <p:nvSpPr>
          <p:cNvPr id="28" name="Text 3">
            <a:extLst>
              <a:ext uri="{FF2B5EF4-FFF2-40B4-BE49-F238E27FC236}">
                <a16:creationId xmlns:a16="http://schemas.microsoft.com/office/drawing/2014/main" id="{698F0415-AD06-F9AE-0E40-2CF743FEDB03}"/>
              </a:ext>
            </a:extLst>
          </p:cNvPr>
          <p:cNvSpPr/>
          <p:nvPr/>
        </p:nvSpPr>
        <p:spPr>
          <a:xfrm>
            <a:off x="3802846" y="5481915"/>
            <a:ext cx="8834851" cy="543464"/>
          </a:xfrm>
          <a:prstGeom prst="rect">
            <a:avLst/>
          </a:prstGeom>
          <a:noFill/>
          <a:ln/>
        </p:spPr>
        <p:txBody>
          <a:bodyPr vert="horz" wrap="square" lIns="0" tIns="0" rIns="0" bIns="0" rtlCol="0" anchor="t"/>
          <a:lstStyle/>
          <a:p>
            <a:pPr>
              <a:lnSpc>
                <a:spcPts val="2100"/>
              </a:lnSpc>
            </a:pPr>
            <a:r>
              <a:rPr lang="en-PH" sz="3500" dirty="0"/>
              <a:t>Financial Statement</a:t>
            </a:r>
            <a:endParaRPr lang="en-US" sz="3500" dirty="0"/>
          </a:p>
        </p:txBody>
      </p:sp>
      <p:pic>
        <p:nvPicPr>
          <p:cNvPr id="29" name="Image 4" descr="preencoded.png">
            <a:extLst>
              <a:ext uri="{FF2B5EF4-FFF2-40B4-BE49-F238E27FC236}">
                <a16:creationId xmlns:a16="http://schemas.microsoft.com/office/drawing/2014/main" id="{AF20FB27-6378-3BD2-255F-5232F1186B39}"/>
              </a:ext>
            </a:extLst>
          </p:cNvPr>
          <p:cNvPicPr>
            <a:picLocks noChangeAspect="1"/>
          </p:cNvPicPr>
          <p:nvPr/>
        </p:nvPicPr>
        <p:blipFill>
          <a:blip r:embed="rId6"/>
          <a:stretch>
            <a:fillRect/>
          </a:stretch>
        </p:blipFill>
        <p:spPr>
          <a:xfrm>
            <a:off x="2425100" y="6110928"/>
            <a:ext cx="9048031" cy="650935"/>
          </a:xfrm>
          <a:prstGeom prst="rect">
            <a:avLst/>
          </a:prstGeom>
        </p:spPr>
      </p:pic>
      <p:sp>
        <p:nvSpPr>
          <p:cNvPr id="30" name="Text 3">
            <a:extLst>
              <a:ext uri="{FF2B5EF4-FFF2-40B4-BE49-F238E27FC236}">
                <a16:creationId xmlns:a16="http://schemas.microsoft.com/office/drawing/2014/main" id="{A4708385-E750-C596-2D9E-238CD83C34AC}"/>
              </a:ext>
            </a:extLst>
          </p:cNvPr>
          <p:cNvSpPr/>
          <p:nvPr/>
        </p:nvSpPr>
        <p:spPr>
          <a:xfrm>
            <a:off x="3802846" y="6172402"/>
            <a:ext cx="8834851" cy="543464"/>
          </a:xfrm>
          <a:prstGeom prst="rect">
            <a:avLst/>
          </a:prstGeom>
          <a:noFill/>
          <a:ln/>
        </p:spPr>
        <p:txBody>
          <a:bodyPr vert="horz" wrap="square" lIns="0" tIns="0" rIns="0" bIns="0" rtlCol="0" anchor="t"/>
          <a:lstStyle/>
          <a:p>
            <a:r>
              <a:rPr lang="en-PH" sz="3500" dirty="0"/>
              <a:t>Narrative Report</a:t>
            </a:r>
          </a:p>
        </p:txBody>
      </p:sp>
      <p:pic>
        <p:nvPicPr>
          <p:cNvPr id="9" name="Image 7" descr="preencoded.png">
            <a:extLst>
              <a:ext uri="{FF2B5EF4-FFF2-40B4-BE49-F238E27FC236}">
                <a16:creationId xmlns:a16="http://schemas.microsoft.com/office/drawing/2014/main" id="{8098495C-4EA0-A0BF-AF16-4BE1052B897D}"/>
              </a:ext>
            </a:extLst>
          </p:cNvPr>
          <p:cNvPicPr>
            <a:picLocks noChangeAspect="1"/>
          </p:cNvPicPr>
          <p:nvPr/>
        </p:nvPicPr>
        <p:blipFill>
          <a:blip r:embed="rId8"/>
          <a:stretch>
            <a:fillRect/>
          </a:stretch>
        </p:blipFill>
        <p:spPr>
          <a:xfrm>
            <a:off x="2563859" y="4333153"/>
            <a:ext cx="543464" cy="543464"/>
          </a:xfrm>
          <a:prstGeom prst="rect">
            <a:avLst/>
          </a:prstGeom>
        </p:spPr>
      </p:pic>
      <p:sp>
        <p:nvSpPr>
          <p:cNvPr id="18" name="Text 4">
            <a:extLst>
              <a:ext uri="{FF2B5EF4-FFF2-40B4-BE49-F238E27FC236}">
                <a16:creationId xmlns:a16="http://schemas.microsoft.com/office/drawing/2014/main" id="{F38B3573-5710-2C5C-4864-86F72393E7E8}"/>
              </a:ext>
            </a:extLst>
          </p:cNvPr>
          <p:cNvSpPr/>
          <p:nvPr/>
        </p:nvSpPr>
        <p:spPr>
          <a:xfrm>
            <a:off x="2693973" y="4557437"/>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B</a:t>
            </a:r>
            <a:endParaRPr lang="en-US" sz="3500" dirty="0"/>
          </a:p>
        </p:txBody>
      </p:sp>
      <p:pic>
        <p:nvPicPr>
          <p:cNvPr id="11" name="Image 9" descr="preencoded.png">
            <a:extLst>
              <a:ext uri="{FF2B5EF4-FFF2-40B4-BE49-F238E27FC236}">
                <a16:creationId xmlns:a16="http://schemas.microsoft.com/office/drawing/2014/main" id="{BA3DEDE7-5907-0AB6-36E0-B034A111D0EE}"/>
              </a:ext>
            </a:extLst>
          </p:cNvPr>
          <p:cNvPicPr>
            <a:picLocks noChangeAspect="1"/>
          </p:cNvPicPr>
          <p:nvPr/>
        </p:nvPicPr>
        <p:blipFill>
          <a:blip r:embed="rId9"/>
          <a:stretch>
            <a:fillRect/>
          </a:stretch>
        </p:blipFill>
        <p:spPr>
          <a:xfrm>
            <a:off x="2557547" y="5249166"/>
            <a:ext cx="543464" cy="543464"/>
          </a:xfrm>
          <a:prstGeom prst="rect">
            <a:avLst/>
          </a:prstGeom>
        </p:spPr>
      </p:pic>
      <p:sp>
        <p:nvSpPr>
          <p:cNvPr id="20" name="Text 6">
            <a:extLst>
              <a:ext uri="{FF2B5EF4-FFF2-40B4-BE49-F238E27FC236}">
                <a16:creationId xmlns:a16="http://schemas.microsoft.com/office/drawing/2014/main" id="{40E93E46-564C-9C77-6B84-8697C4327BE1}"/>
              </a:ext>
            </a:extLst>
          </p:cNvPr>
          <p:cNvSpPr/>
          <p:nvPr/>
        </p:nvSpPr>
        <p:spPr>
          <a:xfrm>
            <a:off x="2685347" y="5493044"/>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C</a:t>
            </a:r>
            <a:endParaRPr lang="en-US" sz="3500" dirty="0"/>
          </a:p>
        </p:txBody>
      </p:sp>
      <p:pic>
        <p:nvPicPr>
          <p:cNvPr id="13" name="Image 11" descr="preencoded.png">
            <a:extLst>
              <a:ext uri="{FF2B5EF4-FFF2-40B4-BE49-F238E27FC236}">
                <a16:creationId xmlns:a16="http://schemas.microsoft.com/office/drawing/2014/main" id="{871707BF-D463-CA16-9781-00BE61651891}"/>
              </a:ext>
            </a:extLst>
          </p:cNvPr>
          <p:cNvPicPr>
            <a:picLocks noChangeAspect="1"/>
          </p:cNvPicPr>
          <p:nvPr/>
        </p:nvPicPr>
        <p:blipFill>
          <a:blip r:embed="rId10"/>
          <a:stretch>
            <a:fillRect/>
          </a:stretch>
        </p:blipFill>
        <p:spPr>
          <a:xfrm>
            <a:off x="2572485" y="6130141"/>
            <a:ext cx="543464" cy="543464"/>
          </a:xfrm>
          <a:prstGeom prst="rect">
            <a:avLst/>
          </a:prstGeom>
        </p:spPr>
      </p:pic>
      <p:sp>
        <p:nvSpPr>
          <p:cNvPr id="22" name="Text 8">
            <a:extLst>
              <a:ext uri="{FF2B5EF4-FFF2-40B4-BE49-F238E27FC236}">
                <a16:creationId xmlns:a16="http://schemas.microsoft.com/office/drawing/2014/main" id="{2898EED6-D4E7-AE37-1634-EC6032389B06}"/>
              </a:ext>
            </a:extLst>
          </p:cNvPr>
          <p:cNvSpPr/>
          <p:nvPr/>
        </p:nvSpPr>
        <p:spPr>
          <a:xfrm>
            <a:off x="2706165" y="6363053"/>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D</a:t>
            </a:r>
            <a:endParaRPr lang="en-US" sz="3500" dirty="0"/>
          </a:p>
        </p:txBody>
      </p:sp>
      <p:pic>
        <p:nvPicPr>
          <p:cNvPr id="31" name="Image 4" descr="preencoded.png">
            <a:extLst>
              <a:ext uri="{FF2B5EF4-FFF2-40B4-BE49-F238E27FC236}">
                <a16:creationId xmlns:a16="http://schemas.microsoft.com/office/drawing/2014/main" id="{92D12B83-8389-66B1-264C-B8C3A2D8FDCC}"/>
              </a:ext>
            </a:extLst>
          </p:cNvPr>
          <p:cNvPicPr>
            <a:picLocks noChangeAspect="1"/>
          </p:cNvPicPr>
          <p:nvPr/>
        </p:nvPicPr>
        <p:blipFill>
          <a:blip r:embed="rId11"/>
          <a:stretch>
            <a:fillRect/>
          </a:stretch>
        </p:blipFill>
        <p:spPr>
          <a:xfrm>
            <a:off x="1155940" y="3353508"/>
            <a:ext cx="631174" cy="631174"/>
          </a:xfrm>
          <a:prstGeom prst="rect">
            <a:avLst/>
          </a:prstGeom>
        </p:spPr>
      </p:pic>
      <p:pic>
        <p:nvPicPr>
          <p:cNvPr id="32" name="Image 5" descr="preencoded.png">
            <a:extLst>
              <a:ext uri="{FF2B5EF4-FFF2-40B4-BE49-F238E27FC236}">
                <a16:creationId xmlns:a16="http://schemas.microsoft.com/office/drawing/2014/main" id="{48FB927F-34FC-C3F1-93AD-129C2EB0034E}"/>
              </a:ext>
            </a:extLst>
          </p:cNvPr>
          <p:cNvPicPr>
            <a:picLocks noChangeAspect="1"/>
          </p:cNvPicPr>
          <p:nvPr/>
        </p:nvPicPr>
        <p:blipFill>
          <a:blip r:embed="rId12"/>
          <a:stretch>
            <a:fillRect/>
          </a:stretch>
        </p:blipFill>
        <p:spPr>
          <a:xfrm>
            <a:off x="1293962" y="3487055"/>
            <a:ext cx="358903" cy="398781"/>
          </a:xfrm>
          <a:prstGeom prst="rect">
            <a:avLst/>
          </a:prstGeom>
        </p:spPr>
      </p:pic>
    </p:spTree>
    <p:extLst>
      <p:ext uri="{BB962C8B-B14F-4D97-AF65-F5344CB8AC3E}">
        <p14:creationId xmlns:p14="http://schemas.microsoft.com/office/powerpoint/2010/main" val="281264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1759E-175D-889D-FF20-82FF6E5571C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0272F0B-761D-F851-8F80-39FB9009B002}"/>
              </a:ext>
            </a:extLst>
          </p:cNvPr>
          <p:cNvPicPr>
            <a:picLocks noChangeAspect="1"/>
          </p:cNvPicPr>
          <p:nvPr/>
        </p:nvPicPr>
        <p:blipFill>
          <a:blip r:embed="rId3"/>
          <a:stretch>
            <a:fillRect/>
          </a:stretch>
        </p:blipFill>
        <p:spPr>
          <a:xfrm>
            <a:off x="0" y="0"/>
            <a:ext cx="12192000" cy="7098506"/>
          </a:xfrm>
          <a:prstGeom prst="rect">
            <a:avLst/>
          </a:prstGeom>
        </p:spPr>
      </p:pic>
      <p:pic>
        <p:nvPicPr>
          <p:cNvPr id="3" name="Image 1" descr="preencoded.png">
            <a:extLst>
              <a:ext uri="{FF2B5EF4-FFF2-40B4-BE49-F238E27FC236}">
                <a16:creationId xmlns:a16="http://schemas.microsoft.com/office/drawing/2014/main" id="{66C63CD4-6210-4744-44A5-9EE46433ED6C}"/>
              </a:ext>
            </a:extLst>
          </p:cNvPr>
          <p:cNvPicPr>
            <a:picLocks noChangeAspect="1"/>
          </p:cNvPicPr>
          <p:nvPr/>
        </p:nvPicPr>
        <p:blipFill>
          <a:blip r:embed="rId4"/>
          <a:stretch>
            <a:fillRect/>
          </a:stretch>
        </p:blipFill>
        <p:spPr>
          <a:xfrm>
            <a:off x="3888730" y="457200"/>
            <a:ext cx="342900" cy="342900"/>
          </a:xfrm>
          <a:prstGeom prst="rect">
            <a:avLst/>
          </a:prstGeom>
        </p:spPr>
      </p:pic>
      <p:pic>
        <p:nvPicPr>
          <p:cNvPr id="4" name="Image 2" descr="preencoded.png">
            <a:extLst>
              <a:ext uri="{FF2B5EF4-FFF2-40B4-BE49-F238E27FC236}">
                <a16:creationId xmlns:a16="http://schemas.microsoft.com/office/drawing/2014/main" id="{158B5886-58BC-95F9-E350-9F836ABB9E3A}"/>
              </a:ext>
            </a:extLst>
          </p:cNvPr>
          <p:cNvPicPr>
            <a:picLocks noChangeAspect="1"/>
          </p:cNvPicPr>
          <p:nvPr/>
        </p:nvPicPr>
        <p:blipFill>
          <a:blip r:embed="rId5"/>
          <a:stretch>
            <a:fillRect/>
          </a:stretch>
        </p:blipFill>
        <p:spPr>
          <a:xfrm>
            <a:off x="5638800" y="990600"/>
            <a:ext cx="914400" cy="38100"/>
          </a:xfrm>
          <a:prstGeom prst="rect">
            <a:avLst/>
          </a:prstGeom>
        </p:spPr>
      </p:pic>
      <p:pic>
        <p:nvPicPr>
          <p:cNvPr id="8" name="Image 6" descr="preencoded.png">
            <a:extLst>
              <a:ext uri="{FF2B5EF4-FFF2-40B4-BE49-F238E27FC236}">
                <a16:creationId xmlns:a16="http://schemas.microsoft.com/office/drawing/2014/main" id="{BE1F15F1-8752-BF4B-21C9-75816536A017}"/>
              </a:ext>
            </a:extLst>
          </p:cNvPr>
          <p:cNvPicPr>
            <a:picLocks noChangeAspect="1"/>
          </p:cNvPicPr>
          <p:nvPr/>
        </p:nvPicPr>
        <p:blipFill>
          <a:blip r:embed="rId6"/>
          <a:stretch>
            <a:fillRect/>
          </a:stretch>
        </p:blipFill>
        <p:spPr>
          <a:xfrm>
            <a:off x="370936" y="1295400"/>
            <a:ext cx="11473132" cy="5562600"/>
          </a:xfrm>
          <a:prstGeom prst="rect">
            <a:avLst/>
          </a:prstGeom>
        </p:spPr>
      </p:pic>
      <p:sp>
        <p:nvSpPr>
          <p:cNvPr id="12" name="Text 0">
            <a:extLst>
              <a:ext uri="{FF2B5EF4-FFF2-40B4-BE49-F238E27FC236}">
                <a16:creationId xmlns:a16="http://schemas.microsoft.com/office/drawing/2014/main" id="{6B2527EC-5EB8-41C6-1F8A-B5F081F064FD}"/>
              </a:ext>
            </a:extLst>
          </p:cNvPr>
          <p:cNvSpPr/>
          <p:nvPr/>
        </p:nvSpPr>
        <p:spPr>
          <a:xfrm>
            <a:off x="3447276" y="457200"/>
            <a:ext cx="5297448"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 Answer Explanation</a:t>
            </a:r>
            <a:endParaRPr lang="en-US" sz="2700" dirty="0"/>
          </a:p>
        </p:txBody>
      </p:sp>
      <p:sp>
        <p:nvSpPr>
          <p:cNvPr id="5" name="Text 1">
            <a:extLst>
              <a:ext uri="{FF2B5EF4-FFF2-40B4-BE49-F238E27FC236}">
                <a16:creationId xmlns:a16="http://schemas.microsoft.com/office/drawing/2014/main" id="{29137AA3-F44F-8B3C-6D18-70A367A55773}"/>
              </a:ext>
            </a:extLst>
          </p:cNvPr>
          <p:cNvSpPr/>
          <p:nvPr/>
        </p:nvSpPr>
        <p:spPr>
          <a:xfrm>
            <a:off x="557479" y="1651975"/>
            <a:ext cx="11413491" cy="662792"/>
          </a:xfrm>
          <a:prstGeom prst="rect">
            <a:avLst/>
          </a:prstGeom>
          <a:noFill/>
          <a:ln/>
        </p:spPr>
        <p:txBody>
          <a:bodyPr vert="horz" wrap="square" lIns="0" tIns="0" rIns="0" bIns="0" rtlCol="0" anchor="t"/>
          <a:lstStyle/>
          <a:p>
            <a:r>
              <a:rPr lang="en-US" sz="3000" b="1" dirty="0"/>
              <a:t>Sports Management </a:t>
            </a:r>
          </a:p>
          <a:p>
            <a:endParaRPr lang="en-US" sz="3000" dirty="0"/>
          </a:p>
          <a:p>
            <a:r>
              <a:rPr lang="en-US" sz="3000" dirty="0"/>
              <a:t>Correct (</a:t>
            </a:r>
            <a:r>
              <a:rPr lang="en-US" sz="3000" b="1" dirty="0"/>
              <a:t>Ground Rules</a:t>
            </a:r>
            <a:r>
              <a:rPr lang="en-US" sz="3000" dirty="0"/>
              <a:t>): These are the "laws" of the specific tournament. They handle unique situations like tie-breaking or local court rules that international rules might not cover.</a:t>
            </a:r>
          </a:p>
          <a:p>
            <a:endParaRPr lang="en-US" sz="3000" dirty="0"/>
          </a:p>
          <a:p>
            <a:endParaRPr lang="en-US" sz="3000" dirty="0"/>
          </a:p>
          <a:p>
            <a:r>
              <a:rPr lang="en-US" sz="3000" dirty="0"/>
              <a:t>Incorrect: </a:t>
            </a:r>
            <a:r>
              <a:rPr lang="en-US" sz="3000" b="1" dirty="0"/>
              <a:t>Narrative Reports </a:t>
            </a:r>
            <a:r>
              <a:rPr lang="en-US" sz="3000" dirty="0"/>
              <a:t>are written after the event;</a:t>
            </a:r>
            <a:br>
              <a:rPr lang="en-US" sz="3000" dirty="0"/>
            </a:br>
            <a:r>
              <a:rPr lang="en-US" sz="3000" dirty="0"/>
              <a:t> 	        </a:t>
            </a:r>
            <a:r>
              <a:rPr lang="en-US" sz="3000" b="1" dirty="0"/>
              <a:t>Committees</a:t>
            </a:r>
            <a:r>
              <a:rPr lang="en-US" sz="3000" dirty="0"/>
              <a:t> are people; </a:t>
            </a:r>
            <a:br>
              <a:rPr lang="en-US" sz="3000" dirty="0"/>
            </a:br>
            <a:r>
              <a:rPr lang="en-US" sz="3000" dirty="0"/>
              <a:t>	        </a:t>
            </a:r>
            <a:r>
              <a:rPr lang="en-US" sz="3000" b="1" dirty="0"/>
              <a:t>Financial Statements </a:t>
            </a:r>
            <a:r>
              <a:rPr lang="en-US" sz="3000" dirty="0"/>
              <a:t>are for money.</a:t>
            </a:r>
          </a:p>
        </p:txBody>
      </p:sp>
    </p:spTree>
    <p:extLst>
      <p:ext uri="{BB962C8B-B14F-4D97-AF65-F5344CB8AC3E}">
        <p14:creationId xmlns:p14="http://schemas.microsoft.com/office/powerpoint/2010/main" val="1930403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2EBD7-7995-3CEF-6D35-C4550CA1660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43AC8EE-AB0A-F66D-DF1F-8B7740BACCAE}"/>
              </a:ext>
            </a:extLst>
          </p:cNvPr>
          <p:cNvPicPr>
            <a:picLocks noChangeAspect="1"/>
          </p:cNvPicPr>
          <p:nvPr/>
        </p:nvPicPr>
        <p:blipFill>
          <a:blip r:embed="rId3"/>
          <a:stretch>
            <a:fillRect/>
          </a:stretch>
        </p:blipFill>
        <p:spPr>
          <a:xfrm>
            <a:off x="0" y="-172529"/>
            <a:ext cx="12192000" cy="7220309"/>
          </a:xfrm>
          <a:prstGeom prst="rect">
            <a:avLst/>
          </a:prstGeom>
        </p:spPr>
      </p:pic>
      <p:pic>
        <p:nvPicPr>
          <p:cNvPr id="4" name="Image 2" descr="preencoded.png">
            <a:extLst>
              <a:ext uri="{FF2B5EF4-FFF2-40B4-BE49-F238E27FC236}">
                <a16:creationId xmlns:a16="http://schemas.microsoft.com/office/drawing/2014/main" id="{F52AC277-1E3E-5F17-09AB-0E5D2D16371A}"/>
              </a:ext>
            </a:extLst>
          </p:cNvPr>
          <p:cNvPicPr>
            <a:picLocks noChangeAspect="1"/>
          </p:cNvPicPr>
          <p:nvPr/>
        </p:nvPicPr>
        <p:blipFill>
          <a:blip r:embed="rId4"/>
          <a:stretch>
            <a:fillRect/>
          </a:stretch>
        </p:blipFill>
        <p:spPr>
          <a:xfrm>
            <a:off x="5638651" y="747084"/>
            <a:ext cx="914400" cy="38100"/>
          </a:xfrm>
          <a:prstGeom prst="rect">
            <a:avLst/>
          </a:prstGeom>
        </p:spPr>
      </p:pic>
      <p:pic>
        <p:nvPicPr>
          <p:cNvPr id="5" name="Image 3" descr="preencoded.png">
            <a:extLst>
              <a:ext uri="{FF2B5EF4-FFF2-40B4-BE49-F238E27FC236}">
                <a16:creationId xmlns:a16="http://schemas.microsoft.com/office/drawing/2014/main" id="{EB731F47-5651-812A-C833-882A0FDD5C07}"/>
              </a:ext>
            </a:extLst>
          </p:cNvPr>
          <p:cNvPicPr>
            <a:picLocks noChangeAspect="1"/>
          </p:cNvPicPr>
          <p:nvPr/>
        </p:nvPicPr>
        <p:blipFill>
          <a:blip r:embed="rId5"/>
          <a:stretch>
            <a:fillRect/>
          </a:stretch>
        </p:blipFill>
        <p:spPr>
          <a:xfrm>
            <a:off x="264159" y="862286"/>
            <a:ext cx="11855953" cy="2152650"/>
          </a:xfrm>
          <a:prstGeom prst="rect">
            <a:avLst/>
          </a:prstGeom>
        </p:spPr>
      </p:pic>
      <p:pic>
        <p:nvPicPr>
          <p:cNvPr id="6" name="Image 4" descr="preencoded.png">
            <a:extLst>
              <a:ext uri="{FF2B5EF4-FFF2-40B4-BE49-F238E27FC236}">
                <a16:creationId xmlns:a16="http://schemas.microsoft.com/office/drawing/2014/main" id="{41EFA151-F851-CE82-FF71-6F5A9DCD1392}"/>
              </a:ext>
            </a:extLst>
          </p:cNvPr>
          <p:cNvPicPr>
            <a:picLocks noChangeAspect="1"/>
          </p:cNvPicPr>
          <p:nvPr/>
        </p:nvPicPr>
        <p:blipFill>
          <a:blip r:embed="rId6"/>
          <a:stretch>
            <a:fillRect/>
          </a:stretch>
        </p:blipFill>
        <p:spPr>
          <a:xfrm>
            <a:off x="2425100" y="3347767"/>
            <a:ext cx="9048031" cy="650935"/>
          </a:xfrm>
          <a:prstGeom prst="rect">
            <a:avLst/>
          </a:prstGeom>
        </p:spPr>
      </p:pic>
      <p:pic>
        <p:nvPicPr>
          <p:cNvPr id="7" name="Image 5" descr="preencoded.png">
            <a:extLst>
              <a:ext uri="{FF2B5EF4-FFF2-40B4-BE49-F238E27FC236}">
                <a16:creationId xmlns:a16="http://schemas.microsoft.com/office/drawing/2014/main" id="{7FBE1FA8-5B73-CB6E-E605-6C43C8A5F3B6}"/>
              </a:ext>
            </a:extLst>
          </p:cNvPr>
          <p:cNvPicPr>
            <a:picLocks noChangeAspect="1"/>
          </p:cNvPicPr>
          <p:nvPr/>
        </p:nvPicPr>
        <p:blipFill>
          <a:blip r:embed="rId7"/>
          <a:stretch>
            <a:fillRect/>
          </a:stretch>
        </p:blipFill>
        <p:spPr>
          <a:xfrm>
            <a:off x="2551281" y="3396294"/>
            <a:ext cx="543464" cy="543464"/>
          </a:xfrm>
          <a:prstGeom prst="rect">
            <a:avLst/>
          </a:prstGeom>
        </p:spPr>
      </p:pic>
      <p:sp>
        <p:nvSpPr>
          <p:cNvPr id="14" name="Text 0">
            <a:extLst>
              <a:ext uri="{FF2B5EF4-FFF2-40B4-BE49-F238E27FC236}">
                <a16:creationId xmlns:a16="http://schemas.microsoft.com/office/drawing/2014/main" id="{627B07F5-E287-6153-CD46-7D58C76C8895}"/>
              </a:ext>
            </a:extLst>
          </p:cNvPr>
          <p:cNvSpPr/>
          <p:nvPr/>
        </p:nvSpPr>
        <p:spPr>
          <a:xfrm>
            <a:off x="4126662" y="284672"/>
            <a:ext cx="3938528" cy="304802"/>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Question</a:t>
            </a:r>
            <a:endParaRPr lang="en-US" sz="2700" dirty="0"/>
          </a:p>
        </p:txBody>
      </p:sp>
      <p:sp>
        <p:nvSpPr>
          <p:cNvPr id="15" name="Text 1">
            <a:extLst>
              <a:ext uri="{FF2B5EF4-FFF2-40B4-BE49-F238E27FC236}">
                <a16:creationId xmlns:a16="http://schemas.microsoft.com/office/drawing/2014/main" id="{ABFBAD74-2C2A-A86B-C32C-6F03CBA9A106}"/>
              </a:ext>
            </a:extLst>
          </p:cNvPr>
          <p:cNvSpPr/>
          <p:nvPr/>
        </p:nvSpPr>
        <p:spPr>
          <a:xfrm>
            <a:off x="514349" y="1112101"/>
            <a:ext cx="11413491" cy="662792"/>
          </a:xfrm>
          <a:prstGeom prst="rect">
            <a:avLst/>
          </a:prstGeom>
          <a:noFill/>
          <a:ln/>
        </p:spPr>
        <p:txBody>
          <a:bodyPr vert="horz" wrap="square" lIns="0" tIns="0" rIns="0" bIns="0" rtlCol="0" anchor="t"/>
          <a:lstStyle/>
          <a:p>
            <a:pPr algn="just"/>
            <a:r>
              <a:rPr lang="en-US" sz="3500" dirty="0"/>
              <a:t> 2. During a hiking trip in a Philippine protected area, a student decides to move rocks to create a better path. Which 'Leave No Trace' principle is being violated?</a:t>
            </a:r>
          </a:p>
        </p:txBody>
      </p:sp>
      <p:sp>
        <p:nvSpPr>
          <p:cNvPr id="16" name="Text 2">
            <a:extLst>
              <a:ext uri="{FF2B5EF4-FFF2-40B4-BE49-F238E27FC236}">
                <a16:creationId xmlns:a16="http://schemas.microsoft.com/office/drawing/2014/main" id="{99352E55-C72D-05DF-55D8-1A1825C237E8}"/>
              </a:ext>
            </a:extLst>
          </p:cNvPr>
          <p:cNvSpPr/>
          <p:nvPr/>
        </p:nvSpPr>
        <p:spPr>
          <a:xfrm>
            <a:off x="2679127" y="3608722"/>
            <a:ext cx="454074"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A</a:t>
            </a:r>
            <a:endParaRPr lang="en-US" sz="3500" dirty="0"/>
          </a:p>
        </p:txBody>
      </p:sp>
      <p:sp>
        <p:nvSpPr>
          <p:cNvPr id="17" name="Text 3">
            <a:extLst>
              <a:ext uri="{FF2B5EF4-FFF2-40B4-BE49-F238E27FC236}">
                <a16:creationId xmlns:a16="http://schemas.microsoft.com/office/drawing/2014/main" id="{BA54550F-E428-4A81-0B83-3554EB69456A}"/>
              </a:ext>
            </a:extLst>
          </p:cNvPr>
          <p:cNvSpPr/>
          <p:nvPr/>
        </p:nvSpPr>
        <p:spPr>
          <a:xfrm>
            <a:off x="3802846" y="3633522"/>
            <a:ext cx="8834851" cy="543464"/>
          </a:xfrm>
          <a:prstGeom prst="rect">
            <a:avLst/>
          </a:prstGeom>
          <a:noFill/>
          <a:ln/>
        </p:spPr>
        <p:txBody>
          <a:bodyPr vert="horz" wrap="square" lIns="0" tIns="0" rIns="0" bIns="0" rtlCol="0" anchor="t"/>
          <a:lstStyle/>
          <a:p>
            <a:pPr>
              <a:lnSpc>
                <a:spcPts val="2100"/>
              </a:lnSpc>
            </a:pPr>
            <a:r>
              <a:rPr lang="en-PH" sz="3500" dirty="0"/>
              <a:t>Plan Ahead and Prepare</a:t>
            </a:r>
            <a:endParaRPr lang="en-US" sz="3500" dirty="0"/>
          </a:p>
        </p:txBody>
      </p:sp>
      <p:pic>
        <p:nvPicPr>
          <p:cNvPr id="25" name="Image 4" descr="preencoded.png">
            <a:extLst>
              <a:ext uri="{FF2B5EF4-FFF2-40B4-BE49-F238E27FC236}">
                <a16:creationId xmlns:a16="http://schemas.microsoft.com/office/drawing/2014/main" id="{A97CD0AA-8B5C-389C-99E3-C1BA62250D13}"/>
              </a:ext>
            </a:extLst>
          </p:cNvPr>
          <p:cNvPicPr>
            <a:picLocks noChangeAspect="1"/>
          </p:cNvPicPr>
          <p:nvPr/>
        </p:nvPicPr>
        <p:blipFill>
          <a:blip r:embed="rId6"/>
          <a:stretch>
            <a:fillRect/>
          </a:stretch>
        </p:blipFill>
        <p:spPr>
          <a:xfrm>
            <a:off x="2425100" y="4291820"/>
            <a:ext cx="9048031" cy="650935"/>
          </a:xfrm>
          <a:prstGeom prst="rect">
            <a:avLst/>
          </a:prstGeom>
        </p:spPr>
      </p:pic>
      <p:sp>
        <p:nvSpPr>
          <p:cNvPr id="26" name="Text 3">
            <a:extLst>
              <a:ext uri="{FF2B5EF4-FFF2-40B4-BE49-F238E27FC236}">
                <a16:creationId xmlns:a16="http://schemas.microsoft.com/office/drawing/2014/main" id="{EFAD6A36-BBBE-136B-D7BC-006835EF20D0}"/>
              </a:ext>
            </a:extLst>
          </p:cNvPr>
          <p:cNvSpPr/>
          <p:nvPr/>
        </p:nvSpPr>
        <p:spPr>
          <a:xfrm>
            <a:off x="3802846" y="4577575"/>
            <a:ext cx="8834851" cy="543464"/>
          </a:xfrm>
          <a:prstGeom prst="rect">
            <a:avLst/>
          </a:prstGeom>
          <a:noFill/>
          <a:ln/>
        </p:spPr>
        <p:txBody>
          <a:bodyPr vert="horz" wrap="square" lIns="0" tIns="0" rIns="0" bIns="0" rtlCol="0" anchor="t"/>
          <a:lstStyle/>
          <a:p>
            <a:pPr>
              <a:lnSpc>
                <a:spcPts val="2100"/>
              </a:lnSpc>
            </a:pPr>
            <a:r>
              <a:rPr lang="en-PH" sz="3500" dirty="0"/>
              <a:t>Dispose of Waste Properly</a:t>
            </a:r>
            <a:endParaRPr lang="en-US" sz="3500" dirty="0"/>
          </a:p>
        </p:txBody>
      </p:sp>
      <p:pic>
        <p:nvPicPr>
          <p:cNvPr id="27" name="Image 4" descr="preencoded.png">
            <a:extLst>
              <a:ext uri="{FF2B5EF4-FFF2-40B4-BE49-F238E27FC236}">
                <a16:creationId xmlns:a16="http://schemas.microsoft.com/office/drawing/2014/main" id="{90B6F771-BF03-0502-A5B4-0E317BF5E89B}"/>
              </a:ext>
            </a:extLst>
          </p:cNvPr>
          <p:cNvPicPr>
            <a:picLocks noChangeAspect="1"/>
          </p:cNvPicPr>
          <p:nvPr/>
        </p:nvPicPr>
        <p:blipFill>
          <a:blip r:embed="rId6"/>
          <a:stretch>
            <a:fillRect/>
          </a:stretch>
        </p:blipFill>
        <p:spPr>
          <a:xfrm>
            <a:off x="2425100" y="5196160"/>
            <a:ext cx="9048031" cy="650935"/>
          </a:xfrm>
          <a:prstGeom prst="rect">
            <a:avLst/>
          </a:prstGeom>
        </p:spPr>
      </p:pic>
      <p:sp>
        <p:nvSpPr>
          <p:cNvPr id="28" name="Text 3">
            <a:extLst>
              <a:ext uri="{FF2B5EF4-FFF2-40B4-BE49-F238E27FC236}">
                <a16:creationId xmlns:a16="http://schemas.microsoft.com/office/drawing/2014/main" id="{0D4A02EE-528F-71ED-98B5-00D35297E0CE}"/>
              </a:ext>
            </a:extLst>
          </p:cNvPr>
          <p:cNvSpPr/>
          <p:nvPr/>
        </p:nvSpPr>
        <p:spPr>
          <a:xfrm>
            <a:off x="3802846" y="5481915"/>
            <a:ext cx="8834851" cy="543464"/>
          </a:xfrm>
          <a:prstGeom prst="rect">
            <a:avLst/>
          </a:prstGeom>
          <a:noFill/>
          <a:ln/>
        </p:spPr>
        <p:txBody>
          <a:bodyPr vert="horz" wrap="square" lIns="0" tIns="0" rIns="0" bIns="0" rtlCol="0" anchor="t"/>
          <a:lstStyle/>
          <a:p>
            <a:pPr>
              <a:lnSpc>
                <a:spcPts val="2100"/>
              </a:lnSpc>
            </a:pPr>
            <a:r>
              <a:rPr lang="en-PH" sz="3500" dirty="0"/>
              <a:t>Leave What You Find</a:t>
            </a:r>
            <a:endParaRPr lang="en-US" sz="3500" dirty="0"/>
          </a:p>
        </p:txBody>
      </p:sp>
      <p:pic>
        <p:nvPicPr>
          <p:cNvPr id="29" name="Image 4" descr="preencoded.png">
            <a:extLst>
              <a:ext uri="{FF2B5EF4-FFF2-40B4-BE49-F238E27FC236}">
                <a16:creationId xmlns:a16="http://schemas.microsoft.com/office/drawing/2014/main" id="{F762B7CD-2D29-DB8A-76CA-CFCF280C4926}"/>
              </a:ext>
            </a:extLst>
          </p:cNvPr>
          <p:cNvPicPr>
            <a:picLocks noChangeAspect="1"/>
          </p:cNvPicPr>
          <p:nvPr/>
        </p:nvPicPr>
        <p:blipFill>
          <a:blip r:embed="rId6"/>
          <a:stretch>
            <a:fillRect/>
          </a:stretch>
        </p:blipFill>
        <p:spPr>
          <a:xfrm>
            <a:off x="2425100" y="6110928"/>
            <a:ext cx="9048031" cy="650935"/>
          </a:xfrm>
          <a:prstGeom prst="rect">
            <a:avLst/>
          </a:prstGeom>
        </p:spPr>
      </p:pic>
      <p:sp>
        <p:nvSpPr>
          <p:cNvPr id="30" name="Text 3">
            <a:extLst>
              <a:ext uri="{FF2B5EF4-FFF2-40B4-BE49-F238E27FC236}">
                <a16:creationId xmlns:a16="http://schemas.microsoft.com/office/drawing/2014/main" id="{C297EF1F-648A-3734-5DD6-832FEDAAF133}"/>
              </a:ext>
            </a:extLst>
          </p:cNvPr>
          <p:cNvSpPr/>
          <p:nvPr/>
        </p:nvSpPr>
        <p:spPr>
          <a:xfrm>
            <a:off x="3802846" y="6172402"/>
            <a:ext cx="8834851" cy="543464"/>
          </a:xfrm>
          <a:prstGeom prst="rect">
            <a:avLst/>
          </a:prstGeom>
          <a:noFill/>
          <a:ln/>
        </p:spPr>
        <p:txBody>
          <a:bodyPr vert="horz" wrap="square" lIns="0" tIns="0" rIns="0" bIns="0" rtlCol="0" anchor="t"/>
          <a:lstStyle/>
          <a:p>
            <a:r>
              <a:rPr lang="en-PH" sz="3500" dirty="0"/>
              <a:t>Travel and Camp on Durable Surfaces</a:t>
            </a:r>
          </a:p>
        </p:txBody>
      </p:sp>
      <p:pic>
        <p:nvPicPr>
          <p:cNvPr id="9" name="Image 7" descr="preencoded.png">
            <a:extLst>
              <a:ext uri="{FF2B5EF4-FFF2-40B4-BE49-F238E27FC236}">
                <a16:creationId xmlns:a16="http://schemas.microsoft.com/office/drawing/2014/main" id="{C7B13785-61B2-FDF7-BFDA-5ACEAE21D9A9}"/>
              </a:ext>
            </a:extLst>
          </p:cNvPr>
          <p:cNvPicPr>
            <a:picLocks noChangeAspect="1"/>
          </p:cNvPicPr>
          <p:nvPr/>
        </p:nvPicPr>
        <p:blipFill>
          <a:blip r:embed="rId8"/>
          <a:stretch>
            <a:fillRect/>
          </a:stretch>
        </p:blipFill>
        <p:spPr>
          <a:xfrm>
            <a:off x="2563859" y="4333153"/>
            <a:ext cx="543464" cy="543464"/>
          </a:xfrm>
          <a:prstGeom prst="rect">
            <a:avLst/>
          </a:prstGeom>
        </p:spPr>
      </p:pic>
      <p:sp>
        <p:nvSpPr>
          <p:cNvPr id="18" name="Text 4">
            <a:extLst>
              <a:ext uri="{FF2B5EF4-FFF2-40B4-BE49-F238E27FC236}">
                <a16:creationId xmlns:a16="http://schemas.microsoft.com/office/drawing/2014/main" id="{9BB34916-750B-6981-DE53-6D122CFC8563}"/>
              </a:ext>
            </a:extLst>
          </p:cNvPr>
          <p:cNvSpPr/>
          <p:nvPr/>
        </p:nvSpPr>
        <p:spPr>
          <a:xfrm>
            <a:off x="2693973" y="4557437"/>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B</a:t>
            </a:r>
            <a:endParaRPr lang="en-US" sz="3500" dirty="0"/>
          </a:p>
        </p:txBody>
      </p:sp>
      <p:pic>
        <p:nvPicPr>
          <p:cNvPr id="11" name="Image 9" descr="preencoded.png">
            <a:extLst>
              <a:ext uri="{FF2B5EF4-FFF2-40B4-BE49-F238E27FC236}">
                <a16:creationId xmlns:a16="http://schemas.microsoft.com/office/drawing/2014/main" id="{8F35DB85-02A9-440A-ABE8-03BDE6CDEC38}"/>
              </a:ext>
            </a:extLst>
          </p:cNvPr>
          <p:cNvPicPr>
            <a:picLocks noChangeAspect="1"/>
          </p:cNvPicPr>
          <p:nvPr/>
        </p:nvPicPr>
        <p:blipFill>
          <a:blip r:embed="rId9"/>
          <a:stretch>
            <a:fillRect/>
          </a:stretch>
        </p:blipFill>
        <p:spPr>
          <a:xfrm>
            <a:off x="2557547" y="5249166"/>
            <a:ext cx="543464" cy="543464"/>
          </a:xfrm>
          <a:prstGeom prst="rect">
            <a:avLst/>
          </a:prstGeom>
        </p:spPr>
      </p:pic>
      <p:sp>
        <p:nvSpPr>
          <p:cNvPr id="20" name="Text 6">
            <a:extLst>
              <a:ext uri="{FF2B5EF4-FFF2-40B4-BE49-F238E27FC236}">
                <a16:creationId xmlns:a16="http://schemas.microsoft.com/office/drawing/2014/main" id="{B852D6AA-7CEB-51CB-CBE6-1F68043B91E5}"/>
              </a:ext>
            </a:extLst>
          </p:cNvPr>
          <p:cNvSpPr/>
          <p:nvPr/>
        </p:nvSpPr>
        <p:spPr>
          <a:xfrm>
            <a:off x="2685347" y="5493044"/>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C</a:t>
            </a:r>
            <a:endParaRPr lang="en-US" sz="3500" dirty="0"/>
          </a:p>
        </p:txBody>
      </p:sp>
      <p:pic>
        <p:nvPicPr>
          <p:cNvPr id="13" name="Image 11" descr="preencoded.png">
            <a:extLst>
              <a:ext uri="{FF2B5EF4-FFF2-40B4-BE49-F238E27FC236}">
                <a16:creationId xmlns:a16="http://schemas.microsoft.com/office/drawing/2014/main" id="{4B16E3F7-B056-78B1-30DF-9CC3A035DD92}"/>
              </a:ext>
            </a:extLst>
          </p:cNvPr>
          <p:cNvPicPr>
            <a:picLocks noChangeAspect="1"/>
          </p:cNvPicPr>
          <p:nvPr/>
        </p:nvPicPr>
        <p:blipFill>
          <a:blip r:embed="rId10"/>
          <a:stretch>
            <a:fillRect/>
          </a:stretch>
        </p:blipFill>
        <p:spPr>
          <a:xfrm>
            <a:off x="2572485" y="6130141"/>
            <a:ext cx="543464" cy="543464"/>
          </a:xfrm>
          <a:prstGeom prst="rect">
            <a:avLst/>
          </a:prstGeom>
        </p:spPr>
      </p:pic>
      <p:sp>
        <p:nvSpPr>
          <p:cNvPr id="22" name="Text 8">
            <a:extLst>
              <a:ext uri="{FF2B5EF4-FFF2-40B4-BE49-F238E27FC236}">
                <a16:creationId xmlns:a16="http://schemas.microsoft.com/office/drawing/2014/main" id="{60F23A6F-ABE6-C7CD-6188-DE770B659983}"/>
              </a:ext>
            </a:extLst>
          </p:cNvPr>
          <p:cNvSpPr/>
          <p:nvPr/>
        </p:nvSpPr>
        <p:spPr>
          <a:xfrm>
            <a:off x="2706165" y="6363053"/>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D</a:t>
            </a:r>
            <a:endParaRPr lang="en-US" sz="3500" dirty="0"/>
          </a:p>
        </p:txBody>
      </p:sp>
      <p:pic>
        <p:nvPicPr>
          <p:cNvPr id="3" name="Image 4" descr="preencoded.png">
            <a:extLst>
              <a:ext uri="{FF2B5EF4-FFF2-40B4-BE49-F238E27FC236}">
                <a16:creationId xmlns:a16="http://schemas.microsoft.com/office/drawing/2014/main" id="{744B9DB4-9F61-3A57-6213-5F0D8BB455B0}"/>
              </a:ext>
            </a:extLst>
          </p:cNvPr>
          <p:cNvPicPr>
            <a:picLocks noChangeAspect="1"/>
          </p:cNvPicPr>
          <p:nvPr/>
        </p:nvPicPr>
        <p:blipFill>
          <a:blip r:embed="rId11"/>
          <a:stretch>
            <a:fillRect/>
          </a:stretch>
        </p:blipFill>
        <p:spPr>
          <a:xfrm>
            <a:off x="1155940" y="5199550"/>
            <a:ext cx="631174" cy="631174"/>
          </a:xfrm>
          <a:prstGeom prst="rect">
            <a:avLst/>
          </a:prstGeom>
        </p:spPr>
      </p:pic>
      <p:pic>
        <p:nvPicPr>
          <p:cNvPr id="8" name="Image 5" descr="preencoded.png">
            <a:extLst>
              <a:ext uri="{FF2B5EF4-FFF2-40B4-BE49-F238E27FC236}">
                <a16:creationId xmlns:a16="http://schemas.microsoft.com/office/drawing/2014/main" id="{67A0F9F3-0135-DB50-18C2-947DC1BCD808}"/>
              </a:ext>
            </a:extLst>
          </p:cNvPr>
          <p:cNvPicPr>
            <a:picLocks noChangeAspect="1"/>
          </p:cNvPicPr>
          <p:nvPr/>
        </p:nvPicPr>
        <p:blipFill>
          <a:blip r:embed="rId12"/>
          <a:stretch>
            <a:fillRect/>
          </a:stretch>
        </p:blipFill>
        <p:spPr>
          <a:xfrm>
            <a:off x="1293962" y="5333097"/>
            <a:ext cx="358903" cy="398781"/>
          </a:xfrm>
          <a:prstGeom prst="rect">
            <a:avLst/>
          </a:prstGeom>
        </p:spPr>
      </p:pic>
    </p:spTree>
    <p:extLst>
      <p:ext uri="{BB962C8B-B14F-4D97-AF65-F5344CB8AC3E}">
        <p14:creationId xmlns:p14="http://schemas.microsoft.com/office/powerpoint/2010/main" val="34693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6C8F4-F866-53BD-A970-6FF55D7BFE0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3ABD211-F9EA-448A-1653-E47BDEAE2ED0}"/>
              </a:ext>
            </a:extLst>
          </p:cNvPr>
          <p:cNvPicPr>
            <a:picLocks noChangeAspect="1"/>
          </p:cNvPicPr>
          <p:nvPr/>
        </p:nvPicPr>
        <p:blipFill>
          <a:blip r:embed="rId3"/>
          <a:stretch>
            <a:fillRect/>
          </a:stretch>
        </p:blipFill>
        <p:spPr>
          <a:xfrm>
            <a:off x="0" y="17252"/>
            <a:ext cx="12192000" cy="7098506"/>
          </a:xfrm>
          <a:prstGeom prst="rect">
            <a:avLst/>
          </a:prstGeom>
        </p:spPr>
      </p:pic>
      <p:pic>
        <p:nvPicPr>
          <p:cNvPr id="3" name="Image 1" descr="preencoded.png">
            <a:extLst>
              <a:ext uri="{FF2B5EF4-FFF2-40B4-BE49-F238E27FC236}">
                <a16:creationId xmlns:a16="http://schemas.microsoft.com/office/drawing/2014/main" id="{77F91140-BB7D-EF98-B44D-82A76038CE62}"/>
              </a:ext>
            </a:extLst>
          </p:cNvPr>
          <p:cNvPicPr>
            <a:picLocks noChangeAspect="1"/>
          </p:cNvPicPr>
          <p:nvPr/>
        </p:nvPicPr>
        <p:blipFill>
          <a:blip r:embed="rId4"/>
          <a:stretch>
            <a:fillRect/>
          </a:stretch>
        </p:blipFill>
        <p:spPr>
          <a:xfrm>
            <a:off x="3888730" y="457200"/>
            <a:ext cx="342900" cy="342900"/>
          </a:xfrm>
          <a:prstGeom prst="rect">
            <a:avLst/>
          </a:prstGeom>
        </p:spPr>
      </p:pic>
      <p:pic>
        <p:nvPicPr>
          <p:cNvPr id="4" name="Image 2" descr="preencoded.png">
            <a:extLst>
              <a:ext uri="{FF2B5EF4-FFF2-40B4-BE49-F238E27FC236}">
                <a16:creationId xmlns:a16="http://schemas.microsoft.com/office/drawing/2014/main" id="{E6CD79E5-5F6F-BF61-C7CC-41978501DEDA}"/>
              </a:ext>
            </a:extLst>
          </p:cNvPr>
          <p:cNvPicPr>
            <a:picLocks noChangeAspect="1"/>
          </p:cNvPicPr>
          <p:nvPr/>
        </p:nvPicPr>
        <p:blipFill>
          <a:blip r:embed="rId5"/>
          <a:stretch>
            <a:fillRect/>
          </a:stretch>
        </p:blipFill>
        <p:spPr>
          <a:xfrm>
            <a:off x="5638800" y="990600"/>
            <a:ext cx="914400" cy="38100"/>
          </a:xfrm>
          <a:prstGeom prst="rect">
            <a:avLst/>
          </a:prstGeom>
        </p:spPr>
      </p:pic>
      <p:pic>
        <p:nvPicPr>
          <p:cNvPr id="8" name="Image 6" descr="preencoded.png">
            <a:extLst>
              <a:ext uri="{FF2B5EF4-FFF2-40B4-BE49-F238E27FC236}">
                <a16:creationId xmlns:a16="http://schemas.microsoft.com/office/drawing/2014/main" id="{98639018-F36F-099C-D47C-17334DB812E4}"/>
              </a:ext>
            </a:extLst>
          </p:cNvPr>
          <p:cNvPicPr>
            <a:picLocks noChangeAspect="1"/>
          </p:cNvPicPr>
          <p:nvPr/>
        </p:nvPicPr>
        <p:blipFill>
          <a:blip r:embed="rId6"/>
          <a:stretch>
            <a:fillRect/>
          </a:stretch>
        </p:blipFill>
        <p:spPr>
          <a:xfrm>
            <a:off x="370936" y="1295400"/>
            <a:ext cx="11600034" cy="5562600"/>
          </a:xfrm>
          <a:prstGeom prst="rect">
            <a:avLst/>
          </a:prstGeom>
        </p:spPr>
      </p:pic>
      <p:sp>
        <p:nvSpPr>
          <p:cNvPr id="12" name="Text 0">
            <a:extLst>
              <a:ext uri="{FF2B5EF4-FFF2-40B4-BE49-F238E27FC236}">
                <a16:creationId xmlns:a16="http://schemas.microsoft.com/office/drawing/2014/main" id="{1DC3D495-32B1-6F1B-E623-6AAC54317897}"/>
              </a:ext>
            </a:extLst>
          </p:cNvPr>
          <p:cNvSpPr/>
          <p:nvPr/>
        </p:nvSpPr>
        <p:spPr>
          <a:xfrm>
            <a:off x="3447276" y="457200"/>
            <a:ext cx="5297448"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 Answer Explanation</a:t>
            </a:r>
            <a:endParaRPr lang="en-US" sz="2700" dirty="0"/>
          </a:p>
        </p:txBody>
      </p:sp>
      <p:sp>
        <p:nvSpPr>
          <p:cNvPr id="7" name="Text 1">
            <a:extLst>
              <a:ext uri="{FF2B5EF4-FFF2-40B4-BE49-F238E27FC236}">
                <a16:creationId xmlns:a16="http://schemas.microsoft.com/office/drawing/2014/main" id="{D826583C-B4AA-F260-E4C5-E0E3169D875C}"/>
              </a:ext>
            </a:extLst>
          </p:cNvPr>
          <p:cNvSpPr/>
          <p:nvPr/>
        </p:nvSpPr>
        <p:spPr>
          <a:xfrm>
            <a:off x="557479" y="1651975"/>
            <a:ext cx="11413491" cy="662792"/>
          </a:xfrm>
          <a:prstGeom prst="rect">
            <a:avLst/>
          </a:prstGeom>
          <a:noFill/>
          <a:ln/>
        </p:spPr>
        <p:txBody>
          <a:bodyPr vert="horz" wrap="square" lIns="0" tIns="0" rIns="0" bIns="0" rtlCol="0" anchor="t"/>
          <a:lstStyle/>
          <a:p>
            <a:r>
              <a:rPr lang="en-US" sz="3000" dirty="0"/>
              <a:t>Outdoor Recreation (Leave No Trace)</a:t>
            </a:r>
          </a:p>
          <a:p>
            <a:endParaRPr lang="en-US" sz="3000" dirty="0"/>
          </a:p>
          <a:p>
            <a:r>
              <a:rPr lang="en-US" sz="3000" dirty="0"/>
              <a:t>Correct (</a:t>
            </a:r>
            <a:r>
              <a:rPr lang="en-US" sz="3000" b="1" dirty="0"/>
              <a:t>Leave What You Find</a:t>
            </a:r>
            <a:r>
              <a:rPr lang="en-US" sz="3000" dirty="0"/>
              <a:t>): Moving rocks to "improve" a path is a site alteration. LNT principles mandate that we leave the environment exactly as it was for the next person and for the ecosystem.</a:t>
            </a:r>
          </a:p>
          <a:p>
            <a:endParaRPr lang="en-US" sz="3000" dirty="0"/>
          </a:p>
          <a:p>
            <a:endParaRPr lang="en-US" sz="3000" dirty="0"/>
          </a:p>
          <a:p>
            <a:r>
              <a:rPr lang="en-US" sz="3000" dirty="0"/>
              <a:t>Incorrect: </a:t>
            </a:r>
            <a:r>
              <a:rPr lang="en-US" sz="3000" b="1" dirty="0"/>
              <a:t>Plan Ahead </a:t>
            </a:r>
            <a:r>
              <a:rPr lang="en-US" sz="3000" dirty="0"/>
              <a:t>is about safety; </a:t>
            </a:r>
            <a:br>
              <a:rPr lang="en-US" sz="3000" dirty="0"/>
            </a:br>
            <a:r>
              <a:rPr lang="en-US" sz="3000" dirty="0"/>
              <a:t>	       </a:t>
            </a:r>
            <a:r>
              <a:rPr lang="en-US" sz="3000" b="1" dirty="0"/>
              <a:t>Dispose Waste </a:t>
            </a:r>
            <a:r>
              <a:rPr lang="en-US" sz="3000" dirty="0"/>
              <a:t>is about trash; </a:t>
            </a:r>
            <a:br>
              <a:rPr lang="en-US" sz="3000" dirty="0"/>
            </a:br>
            <a:r>
              <a:rPr lang="en-US" sz="3000" dirty="0"/>
              <a:t>	       </a:t>
            </a:r>
            <a:r>
              <a:rPr lang="en-US" sz="3000" b="1" dirty="0"/>
              <a:t>Durable Surfaces </a:t>
            </a:r>
            <a:r>
              <a:rPr lang="en-US" sz="3000" dirty="0"/>
              <a:t>is about where you step, not what you move.</a:t>
            </a:r>
          </a:p>
        </p:txBody>
      </p:sp>
    </p:spTree>
    <p:extLst>
      <p:ext uri="{BB962C8B-B14F-4D97-AF65-F5344CB8AC3E}">
        <p14:creationId xmlns:p14="http://schemas.microsoft.com/office/powerpoint/2010/main" val="146322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720A5-C46D-83B4-1810-8B177128EBF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A9F1CF1-D2AB-1AE0-6AAF-37089D89AB50}"/>
              </a:ext>
            </a:extLst>
          </p:cNvPr>
          <p:cNvPicPr>
            <a:picLocks noChangeAspect="1"/>
          </p:cNvPicPr>
          <p:nvPr/>
        </p:nvPicPr>
        <p:blipFill>
          <a:blip r:embed="rId3"/>
          <a:stretch>
            <a:fillRect/>
          </a:stretch>
        </p:blipFill>
        <p:spPr>
          <a:xfrm>
            <a:off x="0" y="-172529"/>
            <a:ext cx="12192000" cy="7220309"/>
          </a:xfrm>
          <a:prstGeom prst="rect">
            <a:avLst/>
          </a:prstGeom>
        </p:spPr>
      </p:pic>
      <p:pic>
        <p:nvPicPr>
          <p:cNvPr id="4" name="Image 2" descr="preencoded.png">
            <a:extLst>
              <a:ext uri="{FF2B5EF4-FFF2-40B4-BE49-F238E27FC236}">
                <a16:creationId xmlns:a16="http://schemas.microsoft.com/office/drawing/2014/main" id="{6A464725-D2FE-5046-E496-3C84036D205A}"/>
              </a:ext>
            </a:extLst>
          </p:cNvPr>
          <p:cNvPicPr>
            <a:picLocks noChangeAspect="1"/>
          </p:cNvPicPr>
          <p:nvPr/>
        </p:nvPicPr>
        <p:blipFill>
          <a:blip r:embed="rId4"/>
          <a:stretch>
            <a:fillRect/>
          </a:stretch>
        </p:blipFill>
        <p:spPr>
          <a:xfrm>
            <a:off x="5638651" y="747084"/>
            <a:ext cx="914400" cy="38100"/>
          </a:xfrm>
          <a:prstGeom prst="rect">
            <a:avLst/>
          </a:prstGeom>
        </p:spPr>
      </p:pic>
      <p:pic>
        <p:nvPicPr>
          <p:cNvPr id="5" name="Image 3" descr="preencoded.png">
            <a:extLst>
              <a:ext uri="{FF2B5EF4-FFF2-40B4-BE49-F238E27FC236}">
                <a16:creationId xmlns:a16="http://schemas.microsoft.com/office/drawing/2014/main" id="{0ED73DC6-F633-5AD4-959B-4A2C797F925A}"/>
              </a:ext>
            </a:extLst>
          </p:cNvPr>
          <p:cNvPicPr>
            <a:picLocks noChangeAspect="1"/>
          </p:cNvPicPr>
          <p:nvPr/>
        </p:nvPicPr>
        <p:blipFill>
          <a:blip r:embed="rId5"/>
          <a:stretch>
            <a:fillRect/>
          </a:stretch>
        </p:blipFill>
        <p:spPr>
          <a:xfrm>
            <a:off x="264159" y="862286"/>
            <a:ext cx="11855953" cy="2152650"/>
          </a:xfrm>
          <a:prstGeom prst="rect">
            <a:avLst/>
          </a:prstGeom>
        </p:spPr>
      </p:pic>
      <p:pic>
        <p:nvPicPr>
          <p:cNvPr id="6" name="Image 4" descr="preencoded.png">
            <a:extLst>
              <a:ext uri="{FF2B5EF4-FFF2-40B4-BE49-F238E27FC236}">
                <a16:creationId xmlns:a16="http://schemas.microsoft.com/office/drawing/2014/main" id="{5912B98A-3CB2-F2B4-E90C-E49D9B2A3739}"/>
              </a:ext>
            </a:extLst>
          </p:cNvPr>
          <p:cNvPicPr>
            <a:picLocks noChangeAspect="1"/>
          </p:cNvPicPr>
          <p:nvPr/>
        </p:nvPicPr>
        <p:blipFill>
          <a:blip r:embed="rId6"/>
          <a:stretch>
            <a:fillRect/>
          </a:stretch>
        </p:blipFill>
        <p:spPr>
          <a:xfrm>
            <a:off x="2425101" y="3347767"/>
            <a:ext cx="3670900" cy="650935"/>
          </a:xfrm>
          <a:prstGeom prst="rect">
            <a:avLst/>
          </a:prstGeom>
        </p:spPr>
      </p:pic>
      <p:pic>
        <p:nvPicPr>
          <p:cNvPr id="7" name="Image 5" descr="preencoded.png">
            <a:extLst>
              <a:ext uri="{FF2B5EF4-FFF2-40B4-BE49-F238E27FC236}">
                <a16:creationId xmlns:a16="http://schemas.microsoft.com/office/drawing/2014/main" id="{EC09D6C7-FB3B-94CB-3008-7FE6018465D8}"/>
              </a:ext>
            </a:extLst>
          </p:cNvPr>
          <p:cNvPicPr>
            <a:picLocks noChangeAspect="1"/>
          </p:cNvPicPr>
          <p:nvPr/>
        </p:nvPicPr>
        <p:blipFill>
          <a:blip r:embed="rId7"/>
          <a:stretch>
            <a:fillRect/>
          </a:stretch>
        </p:blipFill>
        <p:spPr>
          <a:xfrm>
            <a:off x="2551281" y="3396294"/>
            <a:ext cx="543464" cy="543464"/>
          </a:xfrm>
          <a:prstGeom prst="rect">
            <a:avLst/>
          </a:prstGeom>
        </p:spPr>
      </p:pic>
      <p:sp>
        <p:nvSpPr>
          <p:cNvPr id="14" name="Text 0">
            <a:extLst>
              <a:ext uri="{FF2B5EF4-FFF2-40B4-BE49-F238E27FC236}">
                <a16:creationId xmlns:a16="http://schemas.microsoft.com/office/drawing/2014/main" id="{7FF9681A-998A-652A-9CB3-2EFA4EB5A844}"/>
              </a:ext>
            </a:extLst>
          </p:cNvPr>
          <p:cNvSpPr/>
          <p:nvPr/>
        </p:nvSpPr>
        <p:spPr>
          <a:xfrm>
            <a:off x="4126662" y="284672"/>
            <a:ext cx="3938528" cy="304802"/>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Question</a:t>
            </a:r>
            <a:endParaRPr lang="en-US" sz="2700" dirty="0"/>
          </a:p>
        </p:txBody>
      </p:sp>
      <p:sp>
        <p:nvSpPr>
          <p:cNvPr id="15" name="Text 1">
            <a:extLst>
              <a:ext uri="{FF2B5EF4-FFF2-40B4-BE49-F238E27FC236}">
                <a16:creationId xmlns:a16="http://schemas.microsoft.com/office/drawing/2014/main" id="{B6FD9D61-6A91-E3A1-8E44-705B390978D8}"/>
              </a:ext>
            </a:extLst>
          </p:cNvPr>
          <p:cNvSpPr/>
          <p:nvPr/>
        </p:nvSpPr>
        <p:spPr>
          <a:xfrm>
            <a:off x="514349" y="1112101"/>
            <a:ext cx="11413491" cy="662792"/>
          </a:xfrm>
          <a:prstGeom prst="rect">
            <a:avLst/>
          </a:prstGeom>
          <a:noFill/>
          <a:ln/>
        </p:spPr>
        <p:txBody>
          <a:bodyPr vert="horz" wrap="square" lIns="0" tIns="0" rIns="0" bIns="0" rtlCol="0" anchor="t"/>
          <a:lstStyle/>
          <a:p>
            <a:pPr algn="just"/>
            <a:r>
              <a:rPr lang="en-US" sz="3500" dirty="0"/>
              <a:t> 3. A student's Heart Rate Reserve (HRR) is used to calculate target heart rate. If their Resting Heart Rate is 70 bpm and their Maximum Heart Rate is 200 bpm, what is their HRR?</a:t>
            </a:r>
          </a:p>
        </p:txBody>
      </p:sp>
      <p:sp>
        <p:nvSpPr>
          <p:cNvPr id="16" name="Text 2">
            <a:extLst>
              <a:ext uri="{FF2B5EF4-FFF2-40B4-BE49-F238E27FC236}">
                <a16:creationId xmlns:a16="http://schemas.microsoft.com/office/drawing/2014/main" id="{1A8FE74D-017E-639E-0F8E-6F1AFFDB7485}"/>
              </a:ext>
            </a:extLst>
          </p:cNvPr>
          <p:cNvSpPr/>
          <p:nvPr/>
        </p:nvSpPr>
        <p:spPr>
          <a:xfrm>
            <a:off x="2679127" y="3608722"/>
            <a:ext cx="454074"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A</a:t>
            </a:r>
            <a:endParaRPr lang="en-US" sz="3500" dirty="0"/>
          </a:p>
        </p:txBody>
      </p:sp>
      <p:sp>
        <p:nvSpPr>
          <p:cNvPr id="17" name="Text 3">
            <a:extLst>
              <a:ext uri="{FF2B5EF4-FFF2-40B4-BE49-F238E27FC236}">
                <a16:creationId xmlns:a16="http://schemas.microsoft.com/office/drawing/2014/main" id="{1B31C516-7FC3-1FF2-4A68-479B4E150F88}"/>
              </a:ext>
            </a:extLst>
          </p:cNvPr>
          <p:cNvSpPr/>
          <p:nvPr/>
        </p:nvSpPr>
        <p:spPr>
          <a:xfrm>
            <a:off x="3802846" y="3633522"/>
            <a:ext cx="8834851" cy="543464"/>
          </a:xfrm>
          <a:prstGeom prst="rect">
            <a:avLst/>
          </a:prstGeom>
          <a:noFill/>
          <a:ln/>
        </p:spPr>
        <p:txBody>
          <a:bodyPr vert="horz" wrap="square" lIns="0" tIns="0" rIns="0" bIns="0" rtlCol="0" anchor="t"/>
          <a:lstStyle/>
          <a:p>
            <a:pPr>
              <a:lnSpc>
                <a:spcPts val="2100"/>
              </a:lnSpc>
            </a:pPr>
            <a:r>
              <a:rPr lang="en-PH" sz="3500" dirty="0"/>
              <a:t>140 BPM</a:t>
            </a:r>
            <a:endParaRPr lang="en-US" sz="3500" dirty="0"/>
          </a:p>
        </p:txBody>
      </p:sp>
      <p:pic>
        <p:nvPicPr>
          <p:cNvPr id="25" name="Image 4" descr="preencoded.png">
            <a:extLst>
              <a:ext uri="{FF2B5EF4-FFF2-40B4-BE49-F238E27FC236}">
                <a16:creationId xmlns:a16="http://schemas.microsoft.com/office/drawing/2014/main" id="{074021C4-54F7-AB55-086B-B35B4E9F17A7}"/>
              </a:ext>
            </a:extLst>
          </p:cNvPr>
          <p:cNvPicPr>
            <a:picLocks noChangeAspect="1"/>
          </p:cNvPicPr>
          <p:nvPr/>
        </p:nvPicPr>
        <p:blipFill>
          <a:blip r:embed="rId6"/>
          <a:stretch>
            <a:fillRect/>
          </a:stretch>
        </p:blipFill>
        <p:spPr>
          <a:xfrm>
            <a:off x="2425100" y="4291820"/>
            <a:ext cx="3670901" cy="650935"/>
          </a:xfrm>
          <a:prstGeom prst="rect">
            <a:avLst/>
          </a:prstGeom>
        </p:spPr>
      </p:pic>
      <p:sp>
        <p:nvSpPr>
          <p:cNvPr id="26" name="Text 3">
            <a:extLst>
              <a:ext uri="{FF2B5EF4-FFF2-40B4-BE49-F238E27FC236}">
                <a16:creationId xmlns:a16="http://schemas.microsoft.com/office/drawing/2014/main" id="{A30B7C57-3E54-9024-9B24-1CD8357900B1}"/>
              </a:ext>
            </a:extLst>
          </p:cNvPr>
          <p:cNvSpPr/>
          <p:nvPr/>
        </p:nvSpPr>
        <p:spPr>
          <a:xfrm>
            <a:off x="3802846" y="4577575"/>
            <a:ext cx="8834851" cy="543464"/>
          </a:xfrm>
          <a:prstGeom prst="rect">
            <a:avLst/>
          </a:prstGeom>
          <a:noFill/>
          <a:ln/>
        </p:spPr>
        <p:txBody>
          <a:bodyPr vert="horz" wrap="square" lIns="0" tIns="0" rIns="0" bIns="0" rtlCol="0" anchor="t"/>
          <a:lstStyle/>
          <a:p>
            <a:pPr>
              <a:lnSpc>
                <a:spcPts val="2100"/>
              </a:lnSpc>
            </a:pPr>
            <a:r>
              <a:rPr lang="en-PH" sz="3500" dirty="0"/>
              <a:t>130 BPM</a:t>
            </a:r>
            <a:endParaRPr lang="en-US" sz="3500" dirty="0"/>
          </a:p>
        </p:txBody>
      </p:sp>
      <p:pic>
        <p:nvPicPr>
          <p:cNvPr id="27" name="Image 4" descr="preencoded.png">
            <a:extLst>
              <a:ext uri="{FF2B5EF4-FFF2-40B4-BE49-F238E27FC236}">
                <a16:creationId xmlns:a16="http://schemas.microsoft.com/office/drawing/2014/main" id="{FEB98353-C623-3951-ACF7-3BF8B2508BEF}"/>
              </a:ext>
            </a:extLst>
          </p:cNvPr>
          <p:cNvPicPr>
            <a:picLocks noChangeAspect="1"/>
          </p:cNvPicPr>
          <p:nvPr/>
        </p:nvPicPr>
        <p:blipFill>
          <a:blip r:embed="rId6"/>
          <a:stretch>
            <a:fillRect/>
          </a:stretch>
        </p:blipFill>
        <p:spPr>
          <a:xfrm>
            <a:off x="2425101" y="5196160"/>
            <a:ext cx="3670900" cy="650935"/>
          </a:xfrm>
          <a:prstGeom prst="rect">
            <a:avLst/>
          </a:prstGeom>
        </p:spPr>
      </p:pic>
      <p:sp>
        <p:nvSpPr>
          <p:cNvPr id="28" name="Text 3">
            <a:extLst>
              <a:ext uri="{FF2B5EF4-FFF2-40B4-BE49-F238E27FC236}">
                <a16:creationId xmlns:a16="http://schemas.microsoft.com/office/drawing/2014/main" id="{47DC2162-BDF4-EDD5-E07A-0543F668B881}"/>
              </a:ext>
            </a:extLst>
          </p:cNvPr>
          <p:cNvSpPr/>
          <p:nvPr/>
        </p:nvSpPr>
        <p:spPr>
          <a:xfrm>
            <a:off x="3802846" y="5481915"/>
            <a:ext cx="8834851" cy="543464"/>
          </a:xfrm>
          <a:prstGeom prst="rect">
            <a:avLst/>
          </a:prstGeom>
          <a:noFill/>
          <a:ln/>
        </p:spPr>
        <p:txBody>
          <a:bodyPr vert="horz" wrap="square" lIns="0" tIns="0" rIns="0" bIns="0" rtlCol="0" anchor="t"/>
          <a:lstStyle/>
          <a:p>
            <a:pPr>
              <a:lnSpc>
                <a:spcPts val="2100"/>
              </a:lnSpc>
            </a:pPr>
            <a:r>
              <a:rPr lang="en-PH" sz="3500" dirty="0"/>
              <a:t>230 BPM</a:t>
            </a:r>
            <a:endParaRPr lang="en-US" sz="3500" dirty="0"/>
          </a:p>
        </p:txBody>
      </p:sp>
      <p:pic>
        <p:nvPicPr>
          <p:cNvPr id="29" name="Image 4" descr="preencoded.png">
            <a:extLst>
              <a:ext uri="{FF2B5EF4-FFF2-40B4-BE49-F238E27FC236}">
                <a16:creationId xmlns:a16="http://schemas.microsoft.com/office/drawing/2014/main" id="{542C84C5-F5E4-0403-E559-25F734987E39}"/>
              </a:ext>
            </a:extLst>
          </p:cNvPr>
          <p:cNvPicPr>
            <a:picLocks noChangeAspect="1"/>
          </p:cNvPicPr>
          <p:nvPr/>
        </p:nvPicPr>
        <p:blipFill>
          <a:blip r:embed="rId6"/>
          <a:stretch>
            <a:fillRect/>
          </a:stretch>
        </p:blipFill>
        <p:spPr>
          <a:xfrm>
            <a:off x="2425100" y="6110928"/>
            <a:ext cx="3670901" cy="650935"/>
          </a:xfrm>
          <a:prstGeom prst="rect">
            <a:avLst/>
          </a:prstGeom>
        </p:spPr>
      </p:pic>
      <p:sp>
        <p:nvSpPr>
          <p:cNvPr id="30" name="Text 3">
            <a:extLst>
              <a:ext uri="{FF2B5EF4-FFF2-40B4-BE49-F238E27FC236}">
                <a16:creationId xmlns:a16="http://schemas.microsoft.com/office/drawing/2014/main" id="{2835B08C-D51E-608E-D201-2197195ECEE8}"/>
              </a:ext>
            </a:extLst>
          </p:cNvPr>
          <p:cNvSpPr/>
          <p:nvPr/>
        </p:nvSpPr>
        <p:spPr>
          <a:xfrm>
            <a:off x="3802846" y="6172402"/>
            <a:ext cx="8834851" cy="543464"/>
          </a:xfrm>
          <a:prstGeom prst="rect">
            <a:avLst/>
          </a:prstGeom>
          <a:noFill/>
          <a:ln/>
        </p:spPr>
        <p:txBody>
          <a:bodyPr vert="horz" wrap="square" lIns="0" tIns="0" rIns="0" bIns="0" rtlCol="0" anchor="t"/>
          <a:lstStyle/>
          <a:p>
            <a:r>
              <a:rPr lang="en-PH" sz="3500" dirty="0"/>
              <a:t>60 BPM</a:t>
            </a:r>
          </a:p>
        </p:txBody>
      </p:sp>
      <p:pic>
        <p:nvPicPr>
          <p:cNvPr id="9" name="Image 7" descr="preencoded.png">
            <a:extLst>
              <a:ext uri="{FF2B5EF4-FFF2-40B4-BE49-F238E27FC236}">
                <a16:creationId xmlns:a16="http://schemas.microsoft.com/office/drawing/2014/main" id="{F526E467-FAD4-F764-4E8D-8DC0FA67B1A0}"/>
              </a:ext>
            </a:extLst>
          </p:cNvPr>
          <p:cNvPicPr>
            <a:picLocks noChangeAspect="1"/>
          </p:cNvPicPr>
          <p:nvPr/>
        </p:nvPicPr>
        <p:blipFill>
          <a:blip r:embed="rId8"/>
          <a:stretch>
            <a:fillRect/>
          </a:stretch>
        </p:blipFill>
        <p:spPr>
          <a:xfrm>
            <a:off x="2563859" y="4333153"/>
            <a:ext cx="543464" cy="543464"/>
          </a:xfrm>
          <a:prstGeom prst="rect">
            <a:avLst/>
          </a:prstGeom>
        </p:spPr>
      </p:pic>
      <p:sp>
        <p:nvSpPr>
          <p:cNvPr id="18" name="Text 4">
            <a:extLst>
              <a:ext uri="{FF2B5EF4-FFF2-40B4-BE49-F238E27FC236}">
                <a16:creationId xmlns:a16="http://schemas.microsoft.com/office/drawing/2014/main" id="{B027543D-0E88-7927-C207-4BF10C46B622}"/>
              </a:ext>
            </a:extLst>
          </p:cNvPr>
          <p:cNvSpPr/>
          <p:nvPr/>
        </p:nvSpPr>
        <p:spPr>
          <a:xfrm>
            <a:off x="2693973" y="4557437"/>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B</a:t>
            </a:r>
            <a:endParaRPr lang="en-US" sz="3500" dirty="0"/>
          </a:p>
        </p:txBody>
      </p:sp>
      <p:pic>
        <p:nvPicPr>
          <p:cNvPr id="11" name="Image 9" descr="preencoded.png">
            <a:extLst>
              <a:ext uri="{FF2B5EF4-FFF2-40B4-BE49-F238E27FC236}">
                <a16:creationId xmlns:a16="http://schemas.microsoft.com/office/drawing/2014/main" id="{C67EC9BC-46FF-301F-4721-FCBD88FF2007}"/>
              </a:ext>
            </a:extLst>
          </p:cNvPr>
          <p:cNvPicPr>
            <a:picLocks noChangeAspect="1"/>
          </p:cNvPicPr>
          <p:nvPr/>
        </p:nvPicPr>
        <p:blipFill>
          <a:blip r:embed="rId9"/>
          <a:stretch>
            <a:fillRect/>
          </a:stretch>
        </p:blipFill>
        <p:spPr>
          <a:xfrm>
            <a:off x="2557547" y="5249166"/>
            <a:ext cx="543464" cy="543464"/>
          </a:xfrm>
          <a:prstGeom prst="rect">
            <a:avLst/>
          </a:prstGeom>
        </p:spPr>
      </p:pic>
      <p:sp>
        <p:nvSpPr>
          <p:cNvPr id="20" name="Text 6">
            <a:extLst>
              <a:ext uri="{FF2B5EF4-FFF2-40B4-BE49-F238E27FC236}">
                <a16:creationId xmlns:a16="http://schemas.microsoft.com/office/drawing/2014/main" id="{96DDA3F2-DC3C-A8E2-451D-D8660EF3CD1A}"/>
              </a:ext>
            </a:extLst>
          </p:cNvPr>
          <p:cNvSpPr/>
          <p:nvPr/>
        </p:nvSpPr>
        <p:spPr>
          <a:xfrm>
            <a:off x="2685347" y="5493044"/>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C</a:t>
            </a:r>
            <a:endParaRPr lang="en-US" sz="3500" dirty="0"/>
          </a:p>
        </p:txBody>
      </p:sp>
      <p:pic>
        <p:nvPicPr>
          <p:cNvPr id="13" name="Image 11" descr="preencoded.png">
            <a:extLst>
              <a:ext uri="{FF2B5EF4-FFF2-40B4-BE49-F238E27FC236}">
                <a16:creationId xmlns:a16="http://schemas.microsoft.com/office/drawing/2014/main" id="{B7AAE954-DC6C-FC67-BC58-5CB9F86B84C1}"/>
              </a:ext>
            </a:extLst>
          </p:cNvPr>
          <p:cNvPicPr>
            <a:picLocks noChangeAspect="1"/>
          </p:cNvPicPr>
          <p:nvPr/>
        </p:nvPicPr>
        <p:blipFill>
          <a:blip r:embed="rId10"/>
          <a:stretch>
            <a:fillRect/>
          </a:stretch>
        </p:blipFill>
        <p:spPr>
          <a:xfrm>
            <a:off x="2572485" y="6130141"/>
            <a:ext cx="543464" cy="543464"/>
          </a:xfrm>
          <a:prstGeom prst="rect">
            <a:avLst/>
          </a:prstGeom>
        </p:spPr>
      </p:pic>
      <p:sp>
        <p:nvSpPr>
          <p:cNvPr id="22" name="Text 8">
            <a:extLst>
              <a:ext uri="{FF2B5EF4-FFF2-40B4-BE49-F238E27FC236}">
                <a16:creationId xmlns:a16="http://schemas.microsoft.com/office/drawing/2014/main" id="{29286A8E-16B1-73AC-8ECA-85F6978E287D}"/>
              </a:ext>
            </a:extLst>
          </p:cNvPr>
          <p:cNvSpPr/>
          <p:nvPr/>
        </p:nvSpPr>
        <p:spPr>
          <a:xfrm>
            <a:off x="2706165" y="6363053"/>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D</a:t>
            </a:r>
            <a:endParaRPr lang="en-US" sz="3500" dirty="0"/>
          </a:p>
        </p:txBody>
      </p:sp>
      <p:pic>
        <p:nvPicPr>
          <p:cNvPr id="3" name="Image 4" descr="preencoded.png">
            <a:extLst>
              <a:ext uri="{FF2B5EF4-FFF2-40B4-BE49-F238E27FC236}">
                <a16:creationId xmlns:a16="http://schemas.microsoft.com/office/drawing/2014/main" id="{6A63AE39-5633-9394-AC0E-1DE179C39DC5}"/>
              </a:ext>
            </a:extLst>
          </p:cNvPr>
          <p:cNvPicPr>
            <a:picLocks noChangeAspect="1"/>
          </p:cNvPicPr>
          <p:nvPr/>
        </p:nvPicPr>
        <p:blipFill>
          <a:blip r:embed="rId11"/>
          <a:stretch>
            <a:fillRect/>
          </a:stretch>
        </p:blipFill>
        <p:spPr>
          <a:xfrm>
            <a:off x="1155940" y="4302403"/>
            <a:ext cx="631174" cy="631174"/>
          </a:xfrm>
          <a:prstGeom prst="rect">
            <a:avLst/>
          </a:prstGeom>
        </p:spPr>
      </p:pic>
      <p:pic>
        <p:nvPicPr>
          <p:cNvPr id="8" name="Image 5" descr="preencoded.png">
            <a:extLst>
              <a:ext uri="{FF2B5EF4-FFF2-40B4-BE49-F238E27FC236}">
                <a16:creationId xmlns:a16="http://schemas.microsoft.com/office/drawing/2014/main" id="{05460DC6-C18F-7C0D-7952-288B54255934}"/>
              </a:ext>
            </a:extLst>
          </p:cNvPr>
          <p:cNvPicPr>
            <a:picLocks noChangeAspect="1"/>
          </p:cNvPicPr>
          <p:nvPr/>
        </p:nvPicPr>
        <p:blipFill>
          <a:blip r:embed="rId12"/>
          <a:stretch>
            <a:fillRect/>
          </a:stretch>
        </p:blipFill>
        <p:spPr>
          <a:xfrm>
            <a:off x="1293962" y="4435950"/>
            <a:ext cx="358903" cy="398781"/>
          </a:xfrm>
          <a:prstGeom prst="rect">
            <a:avLst/>
          </a:prstGeom>
        </p:spPr>
      </p:pic>
    </p:spTree>
    <p:extLst>
      <p:ext uri="{BB962C8B-B14F-4D97-AF65-F5344CB8AC3E}">
        <p14:creationId xmlns:p14="http://schemas.microsoft.com/office/powerpoint/2010/main" val="212494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04135-4FCF-D63A-AFF1-5CFEA35996E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FAE404C-FA2F-C7DF-A80B-4E13010EA0AE}"/>
              </a:ext>
            </a:extLst>
          </p:cNvPr>
          <p:cNvPicPr>
            <a:picLocks noChangeAspect="1"/>
          </p:cNvPicPr>
          <p:nvPr/>
        </p:nvPicPr>
        <p:blipFill>
          <a:blip r:embed="rId3"/>
          <a:stretch>
            <a:fillRect/>
          </a:stretch>
        </p:blipFill>
        <p:spPr>
          <a:xfrm>
            <a:off x="0" y="0"/>
            <a:ext cx="12192000" cy="7098506"/>
          </a:xfrm>
          <a:prstGeom prst="rect">
            <a:avLst/>
          </a:prstGeom>
        </p:spPr>
      </p:pic>
      <p:pic>
        <p:nvPicPr>
          <p:cNvPr id="3" name="Image 1" descr="preencoded.png">
            <a:extLst>
              <a:ext uri="{FF2B5EF4-FFF2-40B4-BE49-F238E27FC236}">
                <a16:creationId xmlns:a16="http://schemas.microsoft.com/office/drawing/2014/main" id="{BFC3BCF5-129B-6A01-4EE5-943883BBB2D2}"/>
              </a:ext>
            </a:extLst>
          </p:cNvPr>
          <p:cNvPicPr>
            <a:picLocks noChangeAspect="1"/>
          </p:cNvPicPr>
          <p:nvPr/>
        </p:nvPicPr>
        <p:blipFill>
          <a:blip r:embed="rId4"/>
          <a:stretch>
            <a:fillRect/>
          </a:stretch>
        </p:blipFill>
        <p:spPr>
          <a:xfrm>
            <a:off x="3888730" y="457200"/>
            <a:ext cx="342900" cy="342900"/>
          </a:xfrm>
          <a:prstGeom prst="rect">
            <a:avLst/>
          </a:prstGeom>
        </p:spPr>
      </p:pic>
      <p:pic>
        <p:nvPicPr>
          <p:cNvPr id="4" name="Image 2" descr="preencoded.png">
            <a:extLst>
              <a:ext uri="{FF2B5EF4-FFF2-40B4-BE49-F238E27FC236}">
                <a16:creationId xmlns:a16="http://schemas.microsoft.com/office/drawing/2014/main" id="{A64465D2-9E34-D1CB-3DFB-2458A9BAAF72}"/>
              </a:ext>
            </a:extLst>
          </p:cNvPr>
          <p:cNvPicPr>
            <a:picLocks noChangeAspect="1"/>
          </p:cNvPicPr>
          <p:nvPr/>
        </p:nvPicPr>
        <p:blipFill>
          <a:blip r:embed="rId5"/>
          <a:stretch>
            <a:fillRect/>
          </a:stretch>
        </p:blipFill>
        <p:spPr>
          <a:xfrm>
            <a:off x="5638800" y="990600"/>
            <a:ext cx="914400" cy="38100"/>
          </a:xfrm>
          <a:prstGeom prst="rect">
            <a:avLst/>
          </a:prstGeom>
        </p:spPr>
      </p:pic>
      <p:pic>
        <p:nvPicPr>
          <p:cNvPr id="8" name="Image 6" descr="preencoded.png">
            <a:extLst>
              <a:ext uri="{FF2B5EF4-FFF2-40B4-BE49-F238E27FC236}">
                <a16:creationId xmlns:a16="http://schemas.microsoft.com/office/drawing/2014/main" id="{319468CE-B711-2D97-7051-2C84CDD7C52A}"/>
              </a:ext>
            </a:extLst>
          </p:cNvPr>
          <p:cNvPicPr>
            <a:picLocks noChangeAspect="1"/>
          </p:cNvPicPr>
          <p:nvPr/>
        </p:nvPicPr>
        <p:blipFill>
          <a:blip r:embed="rId6"/>
          <a:stretch>
            <a:fillRect/>
          </a:stretch>
        </p:blipFill>
        <p:spPr>
          <a:xfrm>
            <a:off x="370936" y="1295400"/>
            <a:ext cx="11473132" cy="5562600"/>
          </a:xfrm>
          <a:prstGeom prst="rect">
            <a:avLst/>
          </a:prstGeom>
        </p:spPr>
      </p:pic>
      <p:sp>
        <p:nvSpPr>
          <p:cNvPr id="12" name="Text 0">
            <a:extLst>
              <a:ext uri="{FF2B5EF4-FFF2-40B4-BE49-F238E27FC236}">
                <a16:creationId xmlns:a16="http://schemas.microsoft.com/office/drawing/2014/main" id="{B3FB40B3-6DAD-0730-D9D5-FD7FF4B1F45B}"/>
              </a:ext>
            </a:extLst>
          </p:cNvPr>
          <p:cNvSpPr/>
          <p:nvPr/>
        </p:nvSpPr>
        <p:spPr>
          <a:xfrm>
            <a:off x="3447276" y="457200"/>
            <a:ext cx="5297448"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 Answer Explanation</a:t>
            </a:r>
            <a:endParaRPr lang="en-US" sz="2700" dirty="0"/>
          </a:p>
        </p:txBody>
      </p:sp>
      <p:sp>
        <p:nvSpPr>
          <p:cNvPr id="5" name="Text 1">
            <a:extLst>
              <a:ext uri="{FF2B5EF4-FFF2-40B4-BE49-F238E27FC236}">
                <a16:creationId xmlns:a16="http://schemas.microsoft.com/office/drawing/2014/main" id="{28A926A7-FB01-4CBA-16DD-DDBB9FB117B8}"/>
              </a:ext>
            </a:extLst>
          </p:cNvPr>
          <p:cNvSpPr/>
          <p:nvPr/>
        </p:nvSpPr>
        <p:spPr>
          <a:xfrm>
            <a:off x="2610566" y="2095500"/>
            <a:ext cx="9871857" cy="662792"/>
          </a:xfrm>
          <a:prstGeom prst="rect">
            <a:avLst/>
          </a:prstGeom>
          <a:noFill/>
          <a:ln/>
        </p:spPr>
        <p:txBody>
          <a:bodyPr vert="horz" wrap="square" lIns="0" tIns="0" rIns="0" bIns="0" rtlCol="0" anchor="t"/>
          <a:lstStyle/>
          <a:p>
            <a:r>
              <a:rPr lang="en-US" sz="3500" dirty="0"/>
              <a:t>Physiology (Heart Rate Reserve)</a:t>
            </a:r>
            <a:br>
              <a:rPr lang="en-US" sz="3500" dirty="0"/>
            </a:br>
            <a:r>
              <a:rPr lang="en-US" sz="3500" dirty="0"/>
              <a:t>Correct (130 bpm)</a:t>
            </a:r>
            <a:br>
              <a:rPr lang="en-US" sz="3500" dirty="0"/>
            </a:br>
            <a:r>
              <a:rPr lang="en-US" sz="3500" dirty="0"/>
              <a:t>The formula for HRR is HR{max} - HR{rest}</a:t>
            </a:r>
            <a:br>
              <a:rPr lang="en-US" sz="3500" dirty="0"/>
            </a:br>
            <a:r>
              <a:rPr lang="en-US" sz="3500" dirty="0"/>
              <a:t>200 - 70 = 130</a:t>
            </a:r>
          </a:p>
        </p:txBody>
      </p:sp>
    </p:spTree>
    <p:extLst>
      <p:ext uri="{BB962C8B-B14F-4D97-AF65-F5344CB8AC3E}">
        <p14:creationId xmlns:p14="http://schemas.microsoft.com/office/powerpoint/2010/main" val="4016436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D33D8-4389-3D91-CC0D-278C67CE1CB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DF5EEC3-72A9-6F21-FD2A-C3B1850A8EA1}"/>
              </a:ext>
            </a:extLst>
          </p:cNvPr>
          <p:cNvPicPr>
            <a:picLocks noChangeAspect="1"/>
          </p:cNvPicPr>
          <p:nvPr/>
        </p:nvPicPr>
        <p:blipFill>
          <a:blip r:embed="rId3"/>
          <a:stretch>
            <a:fillRect/>
          </a:stretch>
        </p:blipFill>
        <p:spPr>
          <a:xfrm>
            <a:off x="0" y="-172529"/>
            <a:ext cx="12192000" cy="7220309"/>
          </a:xfrm>
          <a:prstGeom prst="rect">
            <a:avLst/>
          </a:prstGeom>
        </p:spPr>
      </p:pic>
      <p:pic>
        <p:nvPicPr>
          <p:cNvPr id="4" name="Image 2" descr="preencoded.png">
            <a:extLst>
              <a:ext uri="{FF2B5EF4-FFF2-40B4-BE49-F238E27FC236}">
                <a16:creationId xmlns:a16="http://schemas.microsoft.com/office/drawing/2014/main" id="{0FD095B8-684F-C609-E2DF-4EDCEA8846F6}"/>
              </a:ext>
            </a:extLst>
          </p:cNvPr>
          <p:cNvPicPr>
            <a:picLocks noChangeAspect="1"/>
          </p:cNvPicPr>
          <p:nvPr/>
        </p:nvPicPr>
        <p:blipFill>
          <a:blip r:embed="rId4"/>
          <a:stretch>
            <a:fillRect/>
          </a:stretch>
        </p:blipFill>
        <p:spPr>
          <a:xfrm>
            <a:off x="5638651" y="747084"/>
            <a:ext cx="914400" cy="38100"/>
          </a:xfrm>
          <a:prstGeom prst="rect">
            <a:avLst/>
          </a:prstGeom>
        </p:spPr>
      </p:pic>
      <p:pic>
        <p:nvPicPr>
          <p:cNvPr id="5" name="Image 3" descr="preencoded.png">
            <a:extLst>
              <a:ext uri="{FF2B5EF4-FFF2-40B4-BE49-F238E27FC236}">
                <a16:creationId xmlns:a16="http://schemas.microsoft.com/office/drawing/2014/main" id="{24212C59-A79A-4EDF-AFF4-F1106A8CD478}"/>
              </a:ext>
            </a:extLst>
          </p:cNvPr>
          <p:cNvPicPr>
            <a:picLocks noChangeAspect="1"/>
          </p:cNvPicPr>
          <p:nvPr/>
        </p:nvPicPr>
        <p:blipFill>
          <a:blip r:embed="rId5"/>
          <a:stretch>
            <a:fillRect/>
          </a:stretch>
        </p:blipFill>
        <p:spPr>
          <a:xfrm>
            <a:off x="264159" y="862286"/>
            <a:ext cx="11855953" cy="2152650"/>
          </a:xfrm>
          <a:prstGeom prst="rect">
            <a:avLst/>
          </a:prstGeom>
        </p:spPr>
      </p:pic>
      <p:pic>
        <p:nvPicPr>
          <p:cNvPr id="6" name="Image 4" descr="preencoded.png">
            <a:extLst>
              <a:ext uri="{FF2B5EF4-FFF2-40B4-BE49-F238E27FC236}">
                <a16:creationId xmlns:a16="http://schemas.microsoft.com/office/drawing/2014/main" id="{8442F56F-F94A-201E-1D4C-AA0AB92FC6BE}"/>
              </a:ext>
            </a:extLst>
          </p:cNvPr>
          <p:cNvPicPr>
            <a:picLocks noChangeAspect="1"/>
          </p:cNvPicPr>
          <p:nvPr/>
        </p:nvPicPr>
        <p:blipFill>
          <a:blip r:embed="rId6"/>
          <a:stretch>
            <a:fillRect/>
          </a:stretch>
        </p:blipFill>
        <p:spPr>
          <a:xfrm>
            <a:off x="2425100" y="3347767"/>
            <a:ext cx="9048031" cy="650935"/>
          </a:xfrm>
          <a:prstGeom prst="rect">
            <a:avLst/>
          </a:prstGeom>
        </p:spPr>
      </p:pic>
      <p:pic>
        <p:nvPicPr>
          <p:cNvPr id="7" name="Image 5" descr="preencoded.png">
            <a:extLst>
              <a:ext uri="{FF2B5EF4-FFF2-40B4-BE49-F238E27FC236}">
                <a16:creationId xmlns:a16="http://schemas.microsoft.com/office/drawing/2014/main" id="{A4ADB467-3EC3-59A8-E11A-E07F568B4B01}"/>
              </a:ext>
            </a:extLst>
          </p:cNvPr>
          <p:cNvPicPr>
            <a:picLocks noChangeAspect="1"/>
          </p:cNvPicPr>
          <p:nvPr/>
        </p:nvPicPr>
        <p:blipFill>
          <a:blip r:embed="rId7"/>
          <a:stretch>
            <a:fillRect/>
          </a:stretch>
        </p:blipFill>
        <p:spPr>
          <a:xfrm>
            <a:off x="2551281" y="3396294"/>
            <a:ext cx="543464" cy="543464"/>
          </a:xfrm>
          <a:prstGeom prst="rect">
            <a:avLst/>
          </a:prstGeom>
        </p:spPr>
      </p:pic>
      <p:sp>
        <p:nvSpPr>
          <p:cNvPr id="14" name="Text 0">
            <a:extLst>
              <a:ext uri="{FF2B5EF4-FFF2-40B4-BE49-F238E27FC236}">
                <a16:creationId xmlns:a16="http://schemas.microsoft.com/office/drawing/2014/main" id="{FC587A2E-2A4C-C461-F875-EA4B1936147C}"/>
              </a:ext>
            </a:extLst>
          </p:cNvPr>
          <p:cNvSpPr/>
          <p:nvPr/>
        </p:nvSpPr>
        <p:spPr>
          <a:xfrm>
            <a:off x="4126662" y="284672"/>
            <a:ext cx="3938528" cy="304802"/>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Question</a:t>
            </a:r>
            <a:endParaRPr lang="en-US" sz="2700" dirty="0"/>
          </a:p>
        </p:txBody>
      </p:sp>
      <p:sp>
        <p:nvSpPr>
          <p:cNvPr id="15" name="Text 1">
            <a:extLst>
              <a:ext uri="{FF2B5EF4-FFF2-40B4-BE49-F238E27FC236}">
                <a16:creationId xmlns:a16="http://schemas.microsoft.com/office/drawing/2014/main" id="{38FF6671-2827-4491-723A-BBEDEF7B2595}"/>
              </a:ext>
            </a:extLst>
          </p:cNvPr>
          <p:cNvSpPr/>
          <p:nvPr/>
        </p:nvSpPr>
        <p:spPr>
          <a:xfrm>
            <a:off x="514349" y="1112101"/>
            <a:ext cx="11413491" cy="662792"/>
          </a:xfrm>
          <a:prstGeom prst="rect">
            <a:avLst/>
          </a:prstGeom>
          <a:noFill/>
          <a:ln/>
        </p:spPr>
        <p:txBody>
          <a:bodyPr vert="horz" wrap="square" lIns="0" tIns="0" rIns="0" bIns="0" rtlCol="0" anchor="t"/>
          <a:lstStyle/>
          <a:p>
            <a:pPr algn="just"/>
            <a:r>
              <a:rPr lang="en-US" sz="3500" dirty="0"/>
              <a:t> 4. In the Philippines, which government agency is primarily responsible for the promotion of sports at the grassroots level and the training of elite athletes?</a:t>
            </a:r>
          </a:p>
        </p:txBody>
      </p:sp>
      <p:sp>
        <p:nvSpPr>
          <p:cNvPr id="16" name="Text 2">
            <a:extLst>
              <a:ext uri="{FF2B5EF4-FFF2-40B4-BE49-F238E27FC236}">
                <a16:creationId xmlns:a16="http://schemas.microsoft.com/office/drawing/2014/main" id="{756E7C7E-20A6-1E3C-1FA6-5440CAE809FB}"/>
              </a:ext>
            </a:extLst>
          </p:cNvPr>
          <p:cNvSpPr/>
          <p:nvPr/>
        </p:nvSpPr>
        <p:spPr>
          <a:xfrm>
            <a:off x="2679127" y="3608722"/>
            <a:ext cx="454074"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A</a:t>
            </a:r>
            <a:endParaRPr lang="en-US" sz="3500" dirty="0"/>
          </a:p>
        </p:txBody>
      </p:sp>
      <p:sp>
        <p:nvSpPr>
          <p:cNvPr id="17" name="Text 3">
            <a:extLst>
              <a:ext uri="{FF2B5EF4-FFF2-40B4-BE49-F238E27FC236}">
                <a16:creationId xmlns:a16="http://schemas.microsoft.com/office/drawing/2014/main" id="{D8D4B8B9-028C-C724-10A2-678FA2844F06}"/>
              </a:ext>
            </a:extLst>
          </p:cNvPr>
          <p:cNvSpPr/>
          <p:nvPr/>
        </p:nvSpPr>
        <p:spPr>
          <a:xfrm>
            <a:off x="3802846" y="3633522"/>
            <a:ext cx="8834851" cy="543464"/>
          </a:xfrm>
          <a:prstGeom prst="rect">
            <a:avLst/>
          </a:prstGeom>
          <a:noFill/>
          <a:ln/>
        </p:spPr>
        <p:txBody>
          <a:bodyPr vert="horz" wrap="square" lIns="0" tIns="0" rIns="0" bIns="0" rtlCol="0" anchor="t"/>
          <a:lstStyle/>
          <a:p>
            <a:pPr>
              <a:lnSpc>
                <a:spcPts val="2100"/>
              </a:lnSpc>
            </a:pPr>
            <a:r>
              <a:rPr lang="en-PH" sz="3500" dirty="0"/>
              <a:t>Department of Education (DepEd)</a:t>
            </a:r>
            <a:endParaRPr lang="en-US" sz="3500" dirty="0"/>
          </a:p>
        </p:txBody>
      </p:sp>
      <p:pic>
        <p:nvPicPr>
          <p:cNvPr id="25" name="Image 4" descr="preencoded.png">
            <a:extLst>
              <a:ext uri="{FF2B5EF4-FFF2-40B4-BE49-F238E27FC236}">
                <a16:creationId xmlns:a16="http://schemas.microsoft.com/office/drawing/2014/main" id="{A506D353-BA79-E15F-8D9C-857610457F53}"/>
              </a:ext>
            </a:extLst>
          </p:cNvPr>
          <p:cNvPicPr>
            <a:picLocks noChangeAspect="1"/>
          </p:cNvPicPr>
          <p:nvPr/>
        </p:nvPicPr>
        <p:blipFill>
          <a:blip r:embed="rId6"/>
          <a:stretch>
            <a:fillRect/>
          </a:stretch>
        </p:blipFill>
        <p:spPr>
          <a:xfrm>
            <a:off x="2425100" y="4291820"/>
            <a:ext cx="9048031" cy="650935"/>
          </a:xfrm>
          <a:prstGeom prst="rect">
            <a:avLst/>
          </a:prstGeom>
        </p:spPr>
      </p:pic>
      <p:sp>
        <p:nvSpPr>
          <p:cNvPr id="26" name="Text 3">
            <a:extLst>
              <a:ext uri="{FF2B5EF4-FFF2-40B4-BE49-F238E27FC236}">
                <a16:creationId xmlns:a16="http://schemas.microsoft.com/office/drawing/2014/main" id="{45AA60C0-56B4-1C6A-C10A-FC64EB1753BD}"/>
              </a:ext>
            </a:extLst>
          </p:cNvPr>
          <p:cNvSpPr/>
          <p:nvPr/>
        </p:nvSpPr>
        <p:spPr>
          <a:xfrm>
            <a:off x="3802846" y="4370547"/>
            <a:ext cx="8834851" cy="543464"/>
          </a:xfrm>
          <a:prstGeom prst="rect">
            <a:avLst/>
          </a:prstGeom>
          <a:noFill/>
          <a:ln/>
        </p:spPr>
        <p:txBody>
          <a:bodyPr vert="horz" wrap="square" lIns="0" tIns="0" rIns="0" bIns="0" rtlCol="0" anchor="t"/>
          <a:lstStyle/>
          <a:p>
            <a:r>
              <a:rPr lang="en-PH" sz="3500" dirty="0"/>
              <a:t>Department of Health (DOH)</a:t>
            </a:r>
          </a:p>
        </p:txBody>
      </p:sp>
      <p:pic>
        <p:nvPicPr>
          <p:cNvPr id="27" name="Image 4" descr="preencoded.png">
            <a:extLst>
              <a:ext uri="{FF2B5EF4-FFF2-40B4-BE49-F238E27FC236}">
                <a16:creationId xmlns:a16="http://schemas.microsoft.com/office/drawing/2014/main" id="{7FB732E8-971C-2C22-B9DA-59429597CF91}"/>
              </a:ext>
            </a:extLst>
          </p:cNvPr>
          <p:cNvPicPr>
            <a:picLocks noChangeAspect="1"/>
          </p:cNvPicPr>
          <p:nvPr/>
        </p:nvPicPr>
        <p:blipFill>
          <a:blip r:embed="rId6"/>
          <a:stretch>
            <a:fillRect/>
          </a:stretch>
        </p:blipFill>
        <p:spPr>
          <a:xfrm>
            <a:off x="2425100" y="5196160"/>
            <a:ext cx="9048031" cy="650935"/>
          </a:xfrm>
          <a:prstGeom prst="rect">
            <a:avLst/>
          </a:prstGeom>
        </p:spPr>
      </p:pic>
      <p:sp>
        <p:nvSpPr>
          <p:cNvPr id="28" name="Text 3">
            <a:extLst>
              <a:ext uri="{FF2B5EF4-FFF2-40B4-BE49-F238E27FC236}">
                <a16:creationId xmlns:a16="http://schemas.microsoft.com/office/drawing/2014/main" id="{D5FBC428-0C19-565E-98E8-5628AD78E3C4}"/>
              </a:ext>
            </a:extLst>
          </p:cNvPr>
          <p:cNvSpPr/>
          <p:nvPr/>
        </p:nvSpPr>
        <p:spPr>
          <a:xfrm>
            <a:off x="3802846" y="5481915"/>
            <a:ext cx="8834851" cy="543464"/>
          </a:xfrm>
          <a:prstGeom prst="rect">
            <a:avLst/>
          </a:prstGeom>
          <a:noFill/>
          <a:ln/>
        </p:spPr>
        <p:txBody>
          <a:bodyPr vert="horz" wrap="square" lIns="0" tIns="0" rIns="0" bIns="0" rtlCol="0" anchor="t"/>
          <a:lstStyle/>
          <a:p>
            <a:pPr>
              <a:lnSpc>
                <a:spcPts val="2100"/>
              </a:lnSpc>
            </a:pPr>
            <a:r>
              <a:rPr lang="en-PH" sz="3500" dirty="0"/>
              <a:t>Philippine Olympic Committee (POC)</a:t>
            </a:r>
            <a:endParaRPr lang="en-US" sz="3500" dirty="0"/>
          </a:p>
        </p:txBody>
      </p:sp>
      <p:pic>
        <p:nvPicPr>
          <p:cNvPr id="29" name="Image 4" descr="preencoded.png">
            <a:extLst>
              <a:ext uri="{FF2B5EF4-FFF2-40B4-BE49-F238E27FC236}">
                <a16:creationId xmlns:a16="http://schemas.microsoft.com/office/drawing/2014/main" id="{E2C3B083-0C8B-D7ED-C840-47133492B7D1}"/>
              </a:ext>
            </a:extLst>
          </p:cNvPr>
          <p:cNvPicPr>
            <a:picLocks noChangeAspect="1"/>
          </p:cNvPicPr>
          <p:nvPr/>
        </p:nvPicPr>
        <p:blipFill>
          <a:blip r:embed="rId6"/>
          <a:stretch>
            <a:fillRect/>
          </a:stretch>
        </p:blipFill>
        <p:spPr>
          <a:xfrm>
            <a:off x="2425100" y="6110928"/>
            <a:ext cx="9048031" cy="650935"/>
          </a:xfrm>
          <a:prstGeom prst="rect">
            <a:avLst/>
          </a:prstGeom>
        </p:spPr>
      </p:pic>
      <p:sp>
        <p:nvSpPr>
          <p:cNvPr id="30" name="Text 3">
            <a:extLst>
              <a:ext uri="{FF2B5EF4-FFF2-40B4-BE49-F238E27FC236}">
                <a16:creationId xmlns:a16="http://schemas.microsoft.com/office/drawing/2014/main" id="{09C305F1-1938-DFEA-41C5-FD7D3BA806C0}"/>
              </a:ext>
            </a:extLst>
          </p:cNvPr>
          <p:cNvSpPr/>
          <p:nvPr/>
        </p:nvSpPr>
        <p:spPr>
          <a:xfrm>
            <a:off x="3802846" y="6172402"/>
            <a:ext cx="8834851" cy="543464"/>
          </a:xfrm>
          <a:prstGeom prst="rect">
            <a:avLst/>
          </a:prstGeom>
          <a:noFill/>
          <a:ln/>
        </p:spPr>
        <p:txBody>
          <a:bodyPr vert="horz" wrap="square" lIns="0" tIns="0" rIns="0" bIns="0" rtlCol="0" anchor="t"/>
          <a:lstStyle/>
          <a:p>
            <a:r>
              <a:rPr lang="en-PH" sz="3500" dirty="0"/>
              <a:t>Philippine Sports Commission (PSC)</a:t>
            </a:r>
          </a:p>
        </p:txBody>
      </p:sp>
      <p:pic>
        <p:nvPicPr>
          <p:cNvPr id="9" name="Image 7" descr="preencoded.png">
            <a:extLst>
              <a:ext uri="{FF2B5EF4-FFF2-40B4-BE49-F238E27FC236}">
                <a16:creationId xmlns:a16="http://schemas.microsoft.com/office/drawing/2014/main" id="{C6AC260C-2D9B-E243-850A-9DF047B3AE7D}"/>
              </a:ext>
            </a:extLst>
          </p:cNvPr>
          <p:cNvPicPr>
            <a:picLocks noChangeAspect="1"/>
          </p:cNvPicPr>
          <p:nvPr/>
        </p:nvPicPr>
        <p:blipFill>
          <a:blip r:embed="rId8"/>
          <a:stretch>
            <a:fillRect/>
          </a:stretch>
        </p:blipFill>
        <p:spPr>
          <a:xfrm>
            <a:off x="2563859" y="4333153"/>
            <a:ext cx="543464" cy="543464"/>
          </a:xfrm>
          <a:prstGeom prst="rect">
            <a:avLst/>
          </a:prstGeom>
        </p:spPr>
      </p:pic>
      <p:sp>
        <p:nvSpPr>
          <p:cNvPr id="18" name="Text 4">
            <a:extLst>
              <a:ext uri="{FF2B5EF4-FFF2-40B4-BE49-F238E27FC236}">
                <a16:creationId xmlns:a16="http://schemas.microsoft.com/office/drawing/2014/main" id="{D3A1CB91-8275-D180-E98F-EE9F1F26A97B}"/>
              </a:ext>
            </a:extLst>
          </p:cNvPr>
          <p:cNvSpPr/>
          <p:nvPr/>
        </p:nvSpPr>
        <p:spPr>
          <a:xfrm>
            <a:off x="2693973" y="4557437"/>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B</a:t>
            </a:r>
            <a:endParaRPr lang="en-US" sz="3500" dirty="0"/>
          </a:p>
        </p:txBody>
      </p:sp>
      <p:pic>
        <p:nvPicPr>
          <p:cNvPr id="11" name="Image 9" descr="preencoded.png">
            <a:extLst>
              <a:ext uri="{FF2B5EF4-FFF2-40B4-BE49-F238E27FC236}">
                <a16:creationId xmlns:a16="http://schemas.microsoft.com/office/drawing/2014/main" id="{7F1FA516-2B77-CAA0-A6F8-3415AA282FE6}"/>
              </a:ext>
            </a:extLst>
          </p:cNvPr>
          <p:cNvPicPr>
            <a:picLocks noChangeAspect="1"/>
          </p:cNvPicPr>
          <p:nvPr/>
        </p:nvPicPr>
        <p:blipFill>
          <a:blip r:embed="rId9"/>
          <a:stretch>
            <a:fillRect/>
          </a:stretch>
        </p:blipFill>
        <p:spPr>
          <a:xfrm>
            <a:off x="2557547" y="5249166"/>
            <a:ext cx="543464" cy="543464"/>
          </a:xfrm>
          <a:prstGeom prst="rect">
            <a:avLst/>
          </a:prstGeom>
        </p:spPr>
      </p:pic>
      <p:sp>
        <p:nvSpPr>
          <p:cNvPr id="20" name="Text 6">
            <a:extLst>
              <a:ext uri="{FF2B5EF4-FFF2-40B4-BE49-F238E27FC236}">
                <a16:creationId xmlns:a16="http://schemas.microsoft.com/office/drawing/2014/main" id="{03370123-D142-4DDA-33B7-46D888FD043A}"/>
              </a:ext>
            </a:extLst>
          </p:cNvPr>
          <p:cNvSpPr/>
          <p:nvPr/>
        </p:nvSpPr>
        <p:spPr>
          <a:xfrm>
            <a:off x="2685347" y="5493044"/>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C</a:t>
            </a:r>
            <a:endParaRPr lang="en-US" sz="3500" dirty="0"/>
          </a:p>
        </p:txBody>
      </p:sp>
      <p:pic>
        <p:nvPicPr>
          <p:cNvPr id="13" name="Image 11" descr="preencoded.png">
            <a:extLst>
              <a:ext uri="{FF2B5EF4-FFF2-40B4-BE49-F238E27FC236}">
                <a16:creationId xmlns:a16="http://schemas.microsoft.com/office/drawing/2014/main" id="{7C99B53A-5CCC-68C3-5BF7-B0644826B5F2}"/>
              </a:ext>
            </a:extLst>
          </p:cNvPr>
          <p:cNvPicPr>
            <a:picLocks noChangeAspect="1"/>
          </p:cNvPicPr>
          <p:nvPr/>
        </p:nvPicPr>
        <p:blipFill>
          <a:blip r:embed="rId10"/>
          <a:stretch>
            <a:fillRect/>
          </a:stretch>
        </p:blipFill>
        <p:spPr>
          <a:xfrm>
            <a:off x="2572485" y="6130141"/>
            <a:ext cx="543464" cy="543464"/>
          </a:xfrm>
          <a:prstGeom prst="rect">
            <a:avLst/>
          </a:prstGeom>
        </p:spPr>
      </p:pic>
      <p:sp>
        <p:nvSpPr>
          <p:cNvPr id="22" name="Text 8">
            <a:extLst>
              <a:ext uri="{FF2B5EF4-FFF2-40B4-BE49-F238E27FC236}">
                <a16:creationId xmlns:a16="http://schemas.microsoft.com/office/drawing/2014/main" id="{5B574FDB-C8CC-344F-1EB4-684C11CC5B4F}"/>
              </a:ext>
            </a:extLst>
          </p:cNvPr>
          <p:cNvSpPr/>
          <p:nvPr/>
        </p:nvSpPr>
        <p:spPr>
          <a:xfrm>
            <a:off x="2706165" y="6363053"/>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D</a:t>
            </a:r>
            <a:endParaRPr lang="en-US" sz="3500" dirty="0"/>
          </a:p>
        </p:txBody>
      </p:sp>
      <p:pic>
        <p:nvPicPr>
          <p:cNvPr id="23" name="Image 4" descr="preencoded.png">
            <a:extLst>
              <a:ext uri="{FF2B5EF4-FFF2-40B4-BE49-F238E27FC236}">
                <a16:creationId xmlns:a16="http://schemas.microsoft.com/office/drawing/2014/main" id="{E32A1422-CF89-7D2D-E486-6C6C065E2CBA}"/>
              </a:ext>
            </a:extLst>
          </p:cNvPr>
          <p:cNvPicPr>
            <a:picLocks noChangeAspect="1"/>
          </p:cNvPicPr>
          <p:nvPr/>
        </p:nvPicPr>
        <p:blipFill>
          <a:blip r:embed="rId11"/>
          <a:stretch>
            <a:fillRect/>
          </a:stretch>
        </p:blipFill>
        <p:spPr>
          <a:xfrm>
            <a:off x="1155940" y="6088072"/>
            <a:ext cx="631174" cy="631174"/>
          </a:xfrm>
          <a:prstGeom prst="rect">
            <a:avLst/>
          </a:prstGeom>
        </p:spPr>
      </p:pic>
      <p:pic>
        <p:nvPicPr>
          <p:cNvPr id="24" name="Image 5" descr="preencoded.png">
            <a:extLst>
              <a:ext uri="{FF2B5EF4-FFF2-40B4-BE49-F238E27FC236}">
                <a16:creationId xmlns:a16="http://schemas.microsoft.com/office/drawing/2014/main" id="{208DFCB4-D4EA-F1C6-567B-1092BC7D60EF}"/>
              </a:ext>
            </a:extLst>
          </p:cNvPr>
          <p:cNvPicPr>
            <a:picLocks noChangeAspect="1"/>
          </p:cNvPicPr>
          <p:nvPr/>
        </p:nvPicPr>
        <p:blipFill>
          <a:blip r:embed="rId12"/>
          <a:stretch>
            <a:fillRect/>
          </a:stretch>
        </p:blipFill>
        <p:spPr>
          <a:xfrm>
            <a:off x="1293962" y="6221619"/>
            <a:ext cx="358903" cy="398781"/>
          </a:xfrm>
          <a:prstGeom prst="rect">
            <a:avLst/>
          </a:prstGeom>
        </p:spPr>
      </p:pic>
    </p:spTree>
    <p:extLst>
      <p:ext uri="{BB962C8B-B14F-4D97-AF65-F5344CB8AC3E}">
        <p14:creationId xmlns:p14="http://schemas.microsoft.com/office/powerpoint/2010/main" val="385426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C42E9-4F3A-9CF6-2105-E6B40887098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18976E8-9413-DFCF-67BE-8760E4CF8299}"/>
              </a:ext>
            </a:extLst>
          </p:cNvPr>
          <p:cNvPicPr>
            <a:picLocks noChangeAspect="1"/>
          </p:cNvPicPr>
          <p:nvPr/>
        </p:nvPicPr>
        <p:blipFill>
          <a:blip r:embed="rId3"/>
          <a:stretch>
            <a:fillRect/>
          </a:stretch>
        </p:blipFill>
        <p:spPr>
          <a:xfrm>
            <a:off x="0" y="0"/>
            <a:ext cx="12192000" cy="7098506"/>
          </a:xfrm>
          <a:prstGeom prst="rect">
            <a:avLst/>
          </a:prstGeom>
        </p:spPr>
      </p:pic>
      <p:pic>
        <p:nvPicPr>
          <p:cNvPr id="3" name="Image 1" descr="preencoded.png">
            <a:extLst>
              <a:ext uri="{FF2B5EF4-FFF2-40B4-BE49-F238E27FC236}">
                <a16:creationId xmlns:a16="http://schemas.microsoft.com/office/drawing/2014/main" id="{24830E4D-B50C-2608-BAC8-631E502BCABC}"/>
              </a:ext>
            </a:extLst>
          </p:cNvPr>
          <p:cNvPicPr>
            <a:picLocks noChangeAspect="1"/>
          </p:cNvPicPr>
          <p:nvPr/>
        </p:nvPicPr>
        <p:blipFill>
          <a:blip r:embed="rId4"/>
          <a:stretch>
            <a:fillRect/>
          </a:stretch>
        </p:blipFill>
        <p:spPr>
          <a:xfrm>
            <a:off x="3888730" y="457200"/>
            <a:ext cx="342900" cy="342900"/>
          </a:xfrm>
          <a:prstGeom prst="rect">
            <a:avLst/>
          </a:prstGeom>
        </p:spPr>
      </p:pic>
      <p:pic>
        <p:nvPicPr>
          <p:cNvPr id="4" name="Image 2" descr="preencoded.png">
            <a:extLst>
              <a:ext uri="{FF2B5EF4-FFF2-40B4-BE49-F238E27FC236}">
                <a16:creationId xmlns:a16="http://schemas.microsoft.com/office/drawing/2014/main" id="{B19DEEAD-AA8C-2A68-30F0-86829C55BFE6}"/>
              </a:ext>
            </a:extLst>
          </p:cNvPr>
          <p:cNvPicPr>
            <a:picLocks noChangeAspect="1"/>
          </p:cNvPicPr>
          <p:nvPr/>
        </p:nvPicPr>
        <p:blipFill>
          <a:blip r:embed="rId5"/>
          <a:stretch>
            <a:fillRect/>
          </a:stretch>
        </p:blipFill>
        <p:spPr>
          <a:xfrm>
            <a:off x="5638800" y="990600"/>
            <a:ext cx="914400" cy="38100"/>
          </a:xfrm>
          <a:prstGeom prst="rect">
            <a:avLst/>
          </a:prstGeom>
        </p:spPr>
      </p:pic>
      <p:pic>
        <p:nvPicPr>
          <p:cNvPr id="8" name="Image 6" descr="preencoded.png">
            <a:extLst>
              <a:ext uri="{FF2B5EF4-FFF2-40B4-BE49-F238E27FC236}">
                <a16:creationId xmlns:a16="http://schemas.microsoft.com/office/drawing/2014/main" id="{1AA7C933-6249-700B-518A-C4FF074F9339}"/>
              </a:ext>
            </a:extLst>
          </p:cNvPr>
          <p:cNvPicPr>
            <a:picLocks noChangeAspect="1"/>
          </p:cNvPicPr>
          <p:nvPr/>
        </p:nvPicPr>
        <p:blipFill>
          <a:blip r:embed="rId6"/>
          <a:stretch>
            <a:fillRect/>
          </a:stretch>
        </p:blipFill>
        <p:spPr>
          <a:xfrm>
            <a:off x="370936" y="1295400"/>
            <a:ext cx="11473132" cy="5562600"/>
          </a:xfrm>
          <a:prstGeom prst="rect">
            <a:avLst/>
          </a:prstGeom>
        </p:spPr>
      </p:pic>
      <p:sp>
        <p:nvSpPr>
          <p:cNvPr id="12" name="Text 0">
            <a:extLst>
              <a:ext uri="{FF2B5EF4-FFF2-40B4-BE49-F238E27FC236}">
                <a16:creationId xmlns:a16="http://schemas.microsoft.com/office/drawing/2014/main" id="{CC0986CD-F9EF-59EF-1AC8-FEDEFE3B52AA}"/>
              </a:ext>
            </a:extLst>
          </p:cNvPr>
          <p:cNvSpPr/>
          <p:nvPr/>
        </p:nvSpPr>
        <p:spPr>
          <a:xfrm>
            <a:off x="3447276" y="457200"/>
            <a:ext cx="5297448"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 Answer Explanation</a:t>
            </a:r>
            <a:endParaRPr lang="en-US" sz="2700" dirty="0"/>
          </a:p>
        </p:txBody>
      </p:sp>
      <p:sp>
        <p:nvSpPr>
          <p:cNvPr id="5" name="Text 1">
            <a:extLst>
              <a:ext uri="{FF2B5EF4-FFF2-40B4-BE49-F238E27FC236}">
                <a16:creationId xmlns:a16="http://schemas.microsoft.com/office/drawing/2014/main" id="{5926A8FE-58B5-FE76-02A1-E94DDF3B1B82}"/>
              </a:ext>
            </a:extLst>
          </p:cNvPr>
          <p:cNvSpPr/>
          <p:nvPr/>
        </p:nvSpPr>
        <p:spPr>
          <a:xfrm>
            <a:off x="557479" y="1651975"/>
            <a:ext cx="11413491" cy="662792"/>
          </a:xfrm>
          <a:prstGeom prst="rect">
            <a:avLst/>
          </a:prstGeom>
          <a:noFill/>
          <a:ln/>
        </p:spPr>
        <p:txBody>
          <a:bodyPr vert="horz" wrap="square" lIns="0" tIns="0" rIns="0" bIns="0" rtlCol="0" anchor="t"/>
          <a:lstStyle/>
          <a:p>
            <a:r>
              <a:rPr lang="en-US" sz="3000" dirty="0"/>
              <a:t>Philippine Sports Governance (PSC)</a:t>
            </a:r>
            <a:br>
              <a:rPr lang="en-US" sz="3000" dirty="0"/>
            </a:br>
            <a:endParaRPr lang="en-US" sz="3000" dirty="0"/>
          </a:p>
          <a:p>
            <a:r>
              <a:rPr lang="en-US" sz="3000" dirty="0"/>
              <a:t>Correct (</a:t>
            </a:r>
            <a:r>
              <a:rPr lang="en-US" sz="3000" b="1" dirty="0"/>
              <a:t>PSC</a:t>
            </a:r>
            <a:r>
              <a:rPr lang="en-US" sz="3000" dirty="0"/>
              <a:t>): Created by R.A. 6847, the PSC is the government’s "sports office." It funds the training of national athletes.</a:t>
            </a:r>
            <a:br>
              <a:rPr lang="en-US" sz="3000" dirty="0"/>
            </a:br>
            <a:br>
              <a:rPr lang="en-US" sz="3000" dirty="0"/>
            </a:br>
            <a:endParaRPr lang="en-US" sz="3000" dirty="0"/>
          </a:p>
          <a:p>
            <a:r>
              <a:rPr lang="en-US" sz="3000" dirty="0"/>
              <a:t>Incorrect: </a:t>
            </a:r>
            <a:r>
              <a:rPr lang="en-US" sz="3000" b="1" dirty="0"/>
              <a:t>DepEd</a:t>
            </a:r>
            <a:r>
              <a:rPr lang="en-US" sz="3000" dirty="0"/>
              <a:t> only handles student-athletes (</a:t>
            </a:r>
            <a:r>
              <a:rPr lang="en-US" sz="3000" dirty="0" err="1"/>
              <a:t>Palaro</a:t>
            </a:r>
            <a:r>
              <a:rPr lang="en-US" sz="3000" dirty="0"/>
              <a:t>); </a:t>
            </a:r>
          </a:p>
          <a:p>
            <a:r>
              <a:rPr lang="en-US" sz="3000" dirty="0"/>
              <a:t>	       </a:t>
            </a:r>
            <a:r>
              <a:rPr lang="en-US" sz="3000" b="1" dirty="0"/>
              <a:t>POC</a:t>
            </a:r>
            <a:r>
              <a:rPr lang="en-US" sz="3000" dirty="0"/>
              <a:t> is a private entity linked to the International Olympic Committee; </a:t>
            </a:r>
          </a:p>
          <a:p>
            <a:r>
              <a:rPr lang="en-US" sz="3000" dirty="0"/>
              <a:t>	       </a:t>
            </a:r>
            <a:r>
              <a:rPr lang="en-US" sz="3000" b="1" dirty="0"/>
              <a:t>DOH</a:t>
            </a:r>
            <a:r>
              <a:rPr lang="en-US" sz="3000" dirty="0"/>
              <a:t> handles medicine.</a:t>
            </a:r>
          </a:p>
        </p:txBody>
      </p:sp>
    </p:spTree>
    <p:extLst>
      <p:ext uri="{BB962C8B-B14F-4D97-AF65-F5344CB8AC3E}">
        <p14:creationId xmlns:p14="http://schemas.microsoft.com/office/powerpoint/2010/main" val="480021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CE251-8A8C-65C8-0889-331AF0DD794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E68921F-C4D5-2A78-4DFE-1F4C04059D8B}"/>
              </a:ext>
            </a:extLst>
          </p:cNvPr>
          <p:cNvPicPr>
            <a:picLocks noChangeAspect="1"/>
          </p:cNvPicPr>
          <p:nvPr/>
        </p:nvPicPr>
        <p:blipFill>
          <a:blip r:embed="rId3"/>
          <a:stretch>
            <a:fillRect/>
          </a:stretch>
        </p:blipFill>
        <p:spPr>
          <a:xfrm>
            <a:off x="0" y="-172529"/>
            <a:ext cx="12192000" cy="7220309"/>
          </a:xfrm>
          <a:prstGeom prst="rect">
            <a:avLst/>
          </a:prstGeom>
        </p:spPr>
      </p:pic>
      <p:pic>
        <p:nvPicPr>
          <p:cNvPr id="4" name="Image 2" descr="preencoded.png">
            <a:extLst>
              <a:ext uri="{FF2B5EF4-FFF2-40B4-BE49-F238E27FC236}">
                <a16:creationId xmlns:a16="http://schemas.microsoft.com/office/drawing/2014/main" id="{218E7C24-F76F-660A-DEF0-B4B2F0C50182}"/>
              </a:ext>
            </a:extLst>
          </p:cNvPr>
          <p:cNvPicPr>
            <a:picLocks noChangeAspect="1"/>
          </p:cNvPicPr>
          <p:nvPr/>
        </p:nvPicPr>
        <p:blipFill>
          <a:blip r:embed="rId4"/>
          <a:stretch>
            <a:fillRect/>
          </a:stretch>
        </p:blipFill>
        <p:spPr>
          <a:xfrm>
            <a:off x="5638651" y="747084"/>
            <a:ext cx="914400" cy="38100"/>
          </a:xfrm>
          <a:prstGeom prst="rect">
            <a:avLst/>
          </a:prstGeom>
        </p:spPr>
      </p:pic>
      <p:pic>
        <p:nvPicPr>
          <p:cNvPr id="5" name="Image 3" descr="preencoded.png">
            <a:extLst>
              <a:ext uri="{FF2B5EF4-FFF2-40B4-BE49-F238E27FC236}">
                <a16:creationId xmlns:a16="http://schemas.microsoft.com/office/drawing/2014/main" id="{1A886AD4-F44B-3D0D-4B93-4408495135D0}"/>
              </a:ext>
            </a:extLst>
          </p:cNvPr>
          <p:cNvPicPr>
            <a:picLocks noChangeAspect="1"/>
          </p:cNvPicPr>
          <p:nvPr/>
        </p:nvPicPr>
        <p:blipFill>
          <a:blip r:embed="rId5"/>
          <a:stretch>
            <a:fillRect/>
          </a:stretch>
        </p:blipFill>
        <p:spPr>
          <a:xfrm>
            <a:off x="264159" y="862286"/>
            <a:ext cx="11855953" cy="2152650"/>
          </a:xfrm>
          <a:prstGeom prst="rect">
            <a:avLst/>
          </a:prstGeom>
        </p:spPr>
      </p:pic>
      <p:pic>
        <p:nvPicPr>
          <p:cNvPr id="6" name="Image 4" descr="preencoded.png">
            <a:extLst>
              <a:ext uri="{FF2B5EF4-FFF2-40B4-BE49-F238E27FC236}">
                <a16:creationId xmlns:a16="http://schemas.microsoft.com/office/drawing/2014/main" id="{D0EEE10B-BF1E-9916-9C52-D6870E71BB94}"/>
              </a:ext>
            </a:extLst>
          </p:cNvPr>
          <p:cNvPicPr>
            <a:picLocks noChangeAspect="1"/>
          </p:cNvPicPr>
          <p:nvPr/>
        </p:nvPicPr>
        <p:blipFill>
          <a:blip r:embed="rId6"/>
          <a:stretch>
            <a:fillRect/>
          </a:stretch>
        </p:blipFill>
        <p:spPr>
          <a:xfrm>
            <a:off x="2425100" y="3347767"/>
            <a:ext cx="9048031" cy="650935"/>
          </a:xfrm>
          <a:prstGeom prst="rect">
            <a:avLst/>
          </a:prstGeom>
        </p:spPr>
      </p:pic>
      <p:pic>
        <p:nvPicPr>
          <p:cNvPr id="7" name="Image 5" descr="preencoded.png">
            <a:extLst>
              <a:ext uri="{FF2B5EF4-FFF2-40B4-BE49-F238E27FC236}">
                <a16:creationId xmlns:a16="http://schemas.microsoft.com/office/drawing/2014/main" id="{DB3E4F10-9BCC-0CB2-0C37-FE99AA9D0A2F}"/>
              </a:ext>
            </a:extLst>
          </p:cNvPr>
          <p:cNvPicPr>
            <a:picLocks noChangeAspect="1"/>
          </p:cNvPicPr>
          <p:nvPr/>
        </p:nvPicPr>
        <p:blipFill>
          <a:blip r:embed="rId7"/>
          <a:stretch>
            <a:fillRect/>
          </a:stretch>
        </p:blipFill>
        <p:spPr>
          <a:xfrm>
            <a:off x="2551281" y="3396294"/>
            <a:ext cx="543464" cy="543464"/>
          </a:xfrm>
          <a:prstGeom prst="rect">
            <a:avLst/>
          </a:prstGeom>
        </p:spPr>
      </p:pic>
      <p:sp>
        <p:nvSpPr>
          <p:cNvPr id="14" name="Text 0">
            <a:extLst>
              <a:ext uri="{FF2B5EF4-FFF2-40B4-BE49-F238E27FC236}">
                <a16:creationId xmlns:a16="http://schemas.microsoft.com/office/drawing/2014/main" id="{592CB6F0-E9AC-8C1C-166F-077FBEE6491B}"/>
              </a:ext>
            </a:extLst>
          </p:cNvPr>
          <p:cNvSpPr/>
          <p:nvPr/>
        </p:nvSpPr>
        <p:spPr>
          <a:xfrm>
            <a:off x="4126662" y="284672"/>
            <a:ext cx="3938528" cy="304802"/>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Question</a:t>
            </a:r>
            <a:endParaRPr lang="en-US" sz="2700" dirty="0"/>
          </a:p>
        </p:txBody>
      </p:sp>
      <p:sp>
        <p:nvSpPr>
          <p:cNvPr id="15" name="Text 1">
            <a:extLst>
              <a:ext uri="{FF2B5EF4-FFF2-40B4-BE49-F238E27FC236}">
                <a16:creationId xmlns:a16="http://schemas.microsoft.com/office/drawing/2014/main" id="{4D1ECB3D-DA01-3DF8-6FF4-4854F5552310}"/>
              </a:ext>
            </a:extLst>
          </p:cNvPr>
          <p:cNvSpPr/>
          <p:nvPr/>
        </p:nvSpPr>
        <p:spPr>
          <a:xfrm>
            <a:off x="514349" y="1112101"/>
            <a:ext cx="11413491" cy="662792"/>
          </a:xfrm>
          <a:prstGeom prst="rect">
            <a:avLst/>
          </a:prstGeom>
          <a:noFill/>
          <a:ln/>
        </p:spPr>
        <p:txBody>
          <a:bodyPr vert="horz" wrap="square" lIns="0" tIns="0" rIns="0" bIns="0" rtlCol="0" anchor="t"/>
          <a:lstStyle/>
          <a:p>
            <a:pPr algn="just"/>
            <a:r>
              <a:rPr lang="en-US" sz="3500" dirty="0"/>
              <a:t> 5. What is the primary benefit of performing a cool-down after a high-intensity sports activity?</a:t>
            </a:r>
          </a:p>
          <a:p>
            <a:pPr algn="just"/>
            <a:endParaRPr lang="en-US" sz="3500" dirty="0"/>
          </a:p>
        </p:txBody>
      </p:sp>
      <p:sp>
        <p:nvSpPr>
          <p:cNvPr id="16" name="Text 2">
            <a:extLst>
              <a:ext uri="{FF2B5EF4-FFF2-40B4-BE49-F238E27FC236}">
                <a16:creationId xmlns:a16="http://schemas.microsoft.com/office/drawing/2014/main" id="{40A671DA-0F4B-0E32-E19A-ED083FB74457}"/>
              </a:ext>
            </a:extLst>
          </p:cNvPr>
          <p:cNvSpPr/>
          <p:nvPr/>
        </p:nvSpPr>
        <p:spPr>
          <a:xfrm>
            <a:off x="2679127" y="3608722"/>
            <a:ext cx="454074"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A</a:t>
            </a:r>
            <a:endParaRPr lang="en-US" sz="3500" dirty="0"/>
          </a:p>
        </p:txBody>
      </p:sp>
      <p:sp>
        <p:nvSpPr>
          <p:cNvPr id="17" name="Text 3">
            <a:extLst>
              <a:ext uri="{FF2B5EF4-FFF2-40B4-BE49-F238E27FC236}">
                <a16:creationId xmlns:a16="http://schemas.microsoft.com/office/drawing/2014/main" id="{5E28ADDF-DEDD-0CFE-F99E-2D3B2A609038}"/>
              </a:ext>
            </a:extLst>
          </p:cNvPr>
          <p:cNvSpPr/>
          <p:nvPr/>
        </p:nvSpPr>
        <p:spPr>
          <a:xfrm>
            <a:off x="3802846" y="3633522"/>
            <a:ext cx="8834851" cy="543464"/>
          </a:xfrm>
          <a:prstGeom prst="rect">
            <a:avLst/>
          </a:prstGeom>
          <a:noFill/>
          <a:ln/>
        </p:spPr>
        <p:txBody>
          <a:bodyPr vert="horz" wrap="square" lIns="0" tIns="0" rIns="0" bIns="0" rtlCol="0" anchor="t"/>
          <a:lstStyle/>
          <a:p>
            <a:pPr>
              <a:lnSpc>
                <a:spcPts val="2100"/>
              </a:lnSpc>
            </a:pPr>
            <a:r>
              <a:rPr lang="en-US" sz="3500" dirty="0"/>
              <a:t>To maximize lactic acid production</a:t>
            </a:r>
          </a:p>
        </p:txBody>
      </p:sp>
      <p:pic>
        <p:nvPicPr>
          <p:cNvPr id="25" name="Image 4" descr="preencoded.png">
            <a:extLst>
              <a:ext uri="{FF2B5EF4-FFF2-40B4-BE49-F238E27FC236}">
                <a16:creationId xmlns:a16="http://schemas.microsoft.com/office/drawing/2014/main" id="{4A583EB2-A757-65FC-7A70-BB4B62F12553}"/>
              </a:ext>
            </a:extLst>
          </p:cNvPr>
          <p:cNvPicPr>
            <a:picLocks noChangeAspect="1"/>
          </p:cNvPicPr>
          <p:nvPr/>
        </p:nvPicPr>
        <p:blipFill>
          <a:blip r:embed="rId6"/>
          <a:stretch>
            <a:fillRect/>
          </a:stretch>
        </p:blipFill>
        <p:spPr>
          <a:xfrm>
            <a:off x="2425100" y="4291820"/>
            <a:ext cx="9048031" cy="650935"/>
          </a:xfrm>
          <a:prstGeom prst="rect">
            <a:avLst/>
          </a:prstGeom>
        </p:spPr>
      </p:pic>
      <p:sp>
        <p:nvSpPr>
          <p:cNvPr id="26" name="Text 3">
            <a:extLst>
              <a:ext uri="{FF2B5EF4-FFF2-40B4-BE49-F238E27FC236}">
                <a16:creationId xmlns:a16="http://schemas.microsoft.com/office/drawing/2014/main" id="{BC4A7AA6-2481-3628-4001-B58A86952B12}"/>
              </a:ext>
            </a:extLst>
          </p:cNvPr>
          <p:cNvSpPr/>
          <p:nvPr/>
        </p:nvSpPr>
        <p:spPr>
          <a:xfrm>
            <a:off x="3802846" y="4370547"/>
            <a:ext cx="8834851" cy="543464"/>
          </a:xfrm>
          <a:prstGeom prst="rect">
            <a:avLst/>
          </a:prstGeom>
          <a:noFill/>
          <a:ln/>
        </p:spPr>
        <p:txBody>
          <a:bodyPr vert="horz" wrap="square" lIns="0" tIns="0" rIns="0" bIns="0" rtlCol="0" anchor="t"/>
          <a:lstStyle/>
          <a:p>
            <a:r>
              <a:rPr lang="en-US" sz="3500" dirty="0"/>
              <a:t>To increase the body's core temperature</a:t>
            </a:r>
            <a:endParaRPr lang="en-PH" sz="3500" dirty="0"/>
          </a:p>
        </p:txBody>
      </p:sp>
      <p:pic>
        <p:nvPicPr>
          <p:cNvPr id="27" name="Image 4" descr="preencoded.png">
            <a:extLst>
              <a:ext uri="{FF2B5EF4-FFF2-40B4-BE49-F238E27FC236}">
                <a16:creationId xmlns:a16="http://schemas.microsoft.com/office/drawing/2014/main" id="{B7A554F6-6E7B-A5F1-20C8-B52F8EBDFE81}"/>
              </a:ext>
            </a:extLst>
          </p:cNvPr>
          <p:cNvPicPr>
            <a:picLocks noChangeAspect="1"/>
          </p:cNvPicPr>
          <p:nvPr/>
        </p:nvPicPr>
        <p:blipFill>
          <a:blip r:embed="rId6"/>
          <a:stretch>
            <a:fillRect/>
          </a:stretch>
        </p:blipFill>
        <p:spPr>
          <a:xfrm>
            <a:off x="2425100" y="5196160"/>
            <a:ext cx="9048031" cy="650935"/>
          </a:xfrm>
          <a:prstGeom prst="rect">
            <a:avLst/>
          </a:prstGeom>
        </p:spPr>
      </p:pic>
      <p:sp>
        <p:nvSpPr>
          <p:cNvPr id="28" name="Text 3">
            <a:extLst>
              <a:ext uri="{FF2B5EF4-FFF2-40B4-BE49-F238E27FC236}">
                <a16:creationId xmlns:a16="http://schemas.microsoft.com/office/drawing/2014/main" id="{E405C5BB-948A-17ED-A2A6-77E3B3C9E888}"/>
              </a:ext>
            </a:extLst>
          </p:cNvPr>
          <p:cNvSpPr/>
          <p:nvPr/>
        </p:nvSpPr>
        <p:spPr>
          <a:xfrm>
            <a:off x="3802846" y="5481915"/>
            <a:ext cx="8834851" cy="543464"/>
          </a:xfrm>
          <a:prstGeom prst="rect">
            <a:avLst/>
          </a:prstGeom>
          <a:noFill/>
          <a:ln/>
        </p:spPr>
        <p:txBody>
          <a:bodyPr vert="horz" wrap="square" lIns="0" tIns="0" rIns="0" bIns="0" rtlCol="0" anchor="t"/>
          <a:lstStyle/>
          <a:p>
            <a:pPr>
              <a:lnSpc>
                <a:spcPts val="2100"/>
              </a:lnSpc>
            </a:pPr>
            <a:r>
              <a:rPr lang="en-US" sz="3500" dirty="0"/>
              <a:t>To shock the nervous system into recovery</a:t>
            </a:r>
          </a:p>
        </p:txBody>
      </p:sp>
      <p:pic>
        <p:nvPicPr>
          <p:cNvPr id="29" name="Image 4" descr="preencoded.png">
            <a:extLst>
              <a:ext uri="{FF2B5EF4-FFF2-40B4-BE49-F238E27FC236}">
                <a16:creationId xmlns:a16="http://schemas.microsoft.com/office/drawing/2014/main" id="{05D67FC3-3147-2CA7-1103-DD723BAA2C0B}"/>
              </a:ext>
            </a:extLst>
          </p:cNvPr>
          <p:cNvPicPr>
            <a:picLocks noChangeAspect="1"/>
          </p:cNvPicPr>
          <p:nvPr/>
        </p:nvPicPr>
        <p:blipFill>
          <a:blip r:embed="rId6"/>
          <a:stretch>
            <a:fillRect/>
          </a:stretch>
        </p:blipFill>
        <p:spPr>
          <a:xfrm>
            <a:off x="2425100" y="6110928"/>
            <a:ext cx="9048031" cy="650935"/>
          </a:xfrm>
          <a:prstGeom prst="rect">
            <a:avLst/>
          </a:prstGeom>
        </p:spPr>
      </p:pic>
      <p:sp>
        <p:nvSpPr>
          <p:cNvPr id="30" name="Text 3">
            <a:extLst>
              <a:ext uri="{FF2B5EF4-FFF2-40B4-BE49-F238E27FC236}">
                <a16:creationId xmlns:a16="http://schemas.microsoft.com/office/drawing/2014/main" id="{CD11FF25-236A-3FEA-560A-0C9346F29DEA}"/>
              </a:ext>
            </a:extLst>
          </p:cNvPr>
          <p:cNvSpPr/>
          <p:nvPr/>
        </p:nvSpPr>
        <p:spPr>
          <a:xfrm>
            <a:off x="3802846" y="6172402"/>
            <a:ext cx="8834851" cy="543464"/>
          </a:xfrm>
          <a:prstGeom prst="rect">
            <a:avLst/>
          </a:prstGeom>
          <a:noFill/>
          <a:ln/>
        </p:spPr>
        <p:txBody>
          <a:bodyPr vert="horz" wrap="square" lIns="0" tIns="0" rIns="0" bIns="0" rtlCol="0" anchor="t"/>
          <a:lstStyle/>
          <a:p>
            <a:r>
              <a:rPr lang="en-US" sz="3000" dirty="0"/>
              <a:t>To prevent blood pooling in the lower extremities</a:t>
            </a:r>
            <a:endParaRPr lang="en-PH" sz="3000" dirty="0"/>
          </a:p>
        </p:txBody>
      </p:sp>
      <p:pic>
        <p:nvPicPr>
          <p:cNvPr id="9" name="Image 7" descr="preencoded.png">
            <a:extLst>
              <a:ext uri="{FF2B5EF4-FFF2-40B4-BE49-F238E27FC236}">
                <a16:creationId xmlns:a16="http://schemas.microsoft.com/office/drawing/2014/main" id="{77A8CFCB-EA2A-C124-1DDA-887C0C9FDD43}"/>
              </a:ext>
            </a:extLst>
          </p:cNvPr>
          <p:cNvPicPr>
            <a:picLocks noChangeAspect="1"/>
          </p:cNvPicPr>
          <p:nvPr/>
        </p:nvPicPr>
        <p:blipFill>
          <a:blip r:embed="rId8"/>
          <a:stretch>
            <a:fillRect/>
          </a:stretch>
        </p:blipFill>
        <p:spPr>
          <a:xfrm>
            <a:off x="2563859" y="4333153"/>
            <a:ext cx="543464" cy="543464"/>
          </a:xfrm>
          <a:prstGeom prst="rect">
            <a:avLst/>
          </a:prstGeom>
        </p:spPr>
      </p:pic>
      <p:sp>
        <p:nvSpPr>
          <p:cNvPr id="18" name="Text 4">
            <a:extLst>
              <a:ext uri="{FF2B5EF4-FFF2-40B4-BE49-F238E27FC236}">
                <a16:creationId xmlns:a16="http://schemas.microsoft.com/office/drawing/2014/main" id="{25196D5E-7B6E-F410-52FD-FD68FC67F465}"/>
              </a:ext>
            </a:extLst>
          </p:cNvPr>
          <p:cNvSpPr/>
          <p:nvPr/>
        </p:nvSpPr>
        <p:spPr>
          <a:xfrm>
            <a:off x="2693973" y="4557437"/>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B</a:t>
            </a:r>
            <a:endParaRPr lang="en-US" sz="3500" dirty="0"/>
          </a:p>
        </p:txBody>
      </p:sp>
      <p:pic>
        <p:nvPicPr>
          <p:cNvPr id="11" name="Image 9" descr="preencoded.png">
            <a:extLst>
              <a:ext uri="{FF2B5EF4-FFF2-40B4-BE49-F238E27FC236}">
                <a16:creationId xmlns:a16="http://schemas.microsoft.com/office/drawing/2014/main" id="{8AFFD174-C69B-F50F-8AD0-4BCDA5D077C3}"/>
              </a:ext>
            </a:extLst>
          </p:cNvPr>
          <p:cNvPicPr>
            <a:picLocks noChangeAspect="1"/>
          </p:cNvPicPr>
          <p:nvPr/>
        </p:nvPicPr>
        <p:blipFill>
          <a:blip r:embed="rId9"/>
          <a:stretch>
            <a:fillRect/>
          </a:stretch>
        </p:blipFill>
        <p:spPr>
          <a:xfrm>
            <a:off x="2557547" y="5249166"/>
            <a:ext cx="543464" cy="543464"/>
          </a:xfrm>
          <a:prstGeom prst="rect">
            <a:avLst/>
          </a:prstGeom>
        </p:spPr>
      </p:pic>
      <p:sp>
        <p:nvSpPr>
          <p:cNvPr id="20" name="Text 6">
            <a:extLst>
              <a:ext uri="{FF2B5EF4-FFF2-40B4-BE49-F238E27FC236}">
                <a16:creationId xmlns:a16="http://schemas.microsoft.com/office/drawing/2014/main" id="{8A556466-3479-0BF6-2819-BB5649B94E12}"/>
              </a:ext>
            </a:extLst>
          </p:cNvPr>
          <p:cNvSpPr/>
          <p:nvPr/>
        </p:nvSpPr>
        <p:spPr>
          <a:xfrm>
            <a:off x="2685347" y="5493044"/>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C</a:t>
            </a:r>
            <a:endParaRPr lang="en-US" sz="3500" dirty="0"/>
          </a:p>
        </p:txBody>
      </p:sp>
      <p:pic>
        <p:nvPicPr>
          <p:cNvPr id="13" name="Image 11" descr="preencoded.png">
            <a:extLst>
              <a:ext uri="{FF2B5EF4-FFF2-40B4-BE49-F238E27FC236}">
                <a16:creationId xmlns:a16="http://schemas.microsoft.com/office/drawing/2014/main" id="{C971CC27-1928-6D3E-0077-2DEFAE937656}"/>
              </a:ext>
            </a:extLst>
          </p:cNvPr>
          <p:cNvPicPr>
            <a:picLocks noChangeAspect="1"/>
          </p:cNvPicPr>
          <p:nvPr/>
        </p:nvPicPr>
        <p:blipFill>
          <a:blip r:embed="rId10"/>
          <a:stretch>
            <a:fillRect/>
          </a:stretch>
        </p:blipFill>
        <p:spPr>
          <a:xfrm>
            <a:off x="2572485" y="6130141"/>
            <a:ext cx="543464" cy="543464"/>
          </a:xfrm>
          <a:prstGeom prst="rect">
            <a:avLst/>
          </a:prstGeom>
        </p:spPr>
      </p:pic>
      <p:sp>
        <p:nvSpPr>
          <p:cNvPr id="22" name="Text 8">
            <a:extLst>
              <a:ext uri="{FF2B5EF4-FFF2-40B4-BE49-F238E27FC236}">
                <a16:creationId xmlns:a16="http://schemas.microsoft.com/office/drawing/2014/main" id="{52AB2877-49A3-0932-26B0-50C4F9573B1B}"/>
              </a:ext>
            </a:extLst>
          </p:cNvPr>
          <p:cNvSpPr/>
          <p:nvPr/>
        </p:nvSpPr>
        <p:spPr>
          <a:xfrm>
            <a:off x="2706165" y="6363053"/>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D</a:t>
            </a:r>
            <a:endParaRPr lang="en-US" sz="3500" dirty="0"/>
          </a:p>
        </p:txBody>
      </p:sp>
      <p:pic>
        <p:nvPicPr>
          <p:cNvPr id="3" name="Image 4" descr="preencoded.png">
            <a:extLst>
              <a:ext uri="{FF2B5EF4-FFF2-40B4-BE49-F238E27FC236}">
                <a16:creationId xmlns:a16="http://schemas.microsoft.com/office/drawing/2014/main" id="{3D84D272-9C12-7B39-1D29-B184F592D512}"/>
              </a:ext>
            </a:extLst>
          </p:cNvPr>
          <p:cNvPicPr>
            <a:picLocks noChangeAspect="1"/>
          </p:cNvPicPr>
          <p:nvPr/>
        </p:nvPicPr>
        <p:blipFill>
          <a:blip r:embed="rId11"/>
          <a:stretch>
            <a:fillRect/>
          </a:stretch>
        </p:blipFill>
        <p:spPr>
          <a:xfrm>
            <a:off x="1155940" y="6062188"/>
            <a:ext cx="631174" cy="631174"/>
          </a:xfrm>
          <a:prstGeom prst="rect">
            <a:avLst/>
          </a:prstGeom>
        </p:spPr>
      </p:pic>
      <p:pic>
        <p:nvPicPr>
          <p:cNvPr id="8" name="Image 5" descr="preencoded.png">
            <a:extLst>
              <a:ext uri="{FF2B5EF4-FFF2-40B4-BE49-F238E27FC236}">
                <a16:creationId xmlns:a16="http://schemas.microsoft.com/office/drawing/2014/main" id="{E9B36A64-8474-CECB-B440-060B81E457D0}"/>
              </a:ext>
            </a:extLst>
          </p:cNvPr>
          <p:cNvPicPr>
            <a:picLocks noChangeAspect="1"/>
          </p:cNvPicPr>
          <p:nvPr/>
        </p:nvPicPr>
        <p:blipFill>
          <a:blip r:embed="rId12"/>
          <a:stretch>
            <a:fillRect/>
          </a:stretch>
        </p:blipFill>
        <p:spPr>
          <a:xfrm>
            <a:off x="1293962" y="6195735"/>
            <a:ext cx="358903" cy="398781"/>
          </a:xfrm>
          <a:prstGeom prst="rect">
            <a:avLst/>
          </a:prstGeom>
        </p:spPr>
      </p:pic>
    </p:spTree>
    <p:extLst>
      <p:ext uri="{BB962C8B-B14F-4D97-AF65-F5344CB8AC3E}">
        <p14:creationId xmlns:p14="http://schemas.microsoft.com/office/powerpoint/2010/main" val="399303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4B4C4-F4F9-6F7C-1549-57AD0B1CB07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D66DF2E-9D0D-C91D-7EF6-B90C2D465431}"/>
              </a:ext>
            </a:extLst>
          </p:cNvPr>
          <p:cNvPicPr>
            <a:picLocks noChangeAspect="1"/>
          </p:cNvPicPr>
          <p:nvPr/>
        </p:nvPicPr>
        <p:blipFill>
          <a:blip r:embed="rId3"/>
          <a:stretch>
            <a:fillRect/>
          </a:stretch>
        </p:blipFill>
        <p:spPr>
          <a:xfrm>
            <a:off x="0" y="0"/>
            <a:ext cx="12192000" cy="7098506"/>
          </a:xfrm>
          <a:prstGeom prst="rect">
            <a:avLst/>
          </a:prstGeom>
        </p:spPr>
      </p:pic>
      <p:pic>
        <p:nvPicPr>
          <p:cNvPr id="3" name="Image 1" descr="preencoded.png">
            <a:extLst>
              <a:ext uri="{FF2B5EF4-FFF2-40B4-BE49-F238E27FC236}">
                <a16:creationId xmlns:a16="http://schemas.microsoft.com/office/drawing/2014/main" id="{79576B43-9F08-0350-332D-23F9D8DE7249}"/>
              </a:ext>
            </a:extLst>
          </p:cNvPr>
          <p:cNvPicPr>
            <a:picLocks noChangeAspect="1"/>
          </p:cNvPicPr>
          <p:nvPr/>
        </p:nvPicPr>
        <p:blipFill>
          <a:blip r:embed="rId4"/>
          <a:stretch>
            <a:fillRect/>
          </a:stretch>
        </p:blipFill>
        <p:spPr>
          <a:xfrm>
            <a:off x="3888730" y="457200"/>
            <a:ext cx="342900" cy="342900"/>
          </a:xfrm>
          <a:prstGeom prst="rect">
            <a:avLst/>
          </a:prstGeom>
        </p:spPr>
      </p:pic>
      <p:pic>
        <p:nvPicPr>
          <p:cNvPr id="4" name="Image 2" descr="preencoded.png">
            <a:extLst>
              <a:ext uri="{FF2B5EF4-FFF2-40B4-BE49-F238E27FC236}">
                <a16:creationId xmlns:a16="http://schemas.microsoft.com/office/drawing/2014/main" id="{952A29DD-4D6A-8609-F792-106448BB5251}"/>
              </a:ext>
            </a:extLst>
          </p:cNvPr>
          <p:cNvPicPr>
            <a:picLocks noChangeAspect="1"/>
          </p:cNvPicPr>
          <p:nvPr/>
        </p:nvPicPr>
        <p:blipFill>
          <a:blip r:embed="rId5"/>
          <a:stretch>
            <a:fillRect/>
          </a:stretch>
        </p:blipFill>
        <p:spPr>
          <a:xfrm>
            <a:off x="5638800" y="990600"/>
            <a:ext cx="914400" cy="38100"/>
          </a:xfrm>
          <a:prstGeom prst="rect">
            <a:avLst/>
          </a:prstGeom>
        </p:spPr>
      </p:pic>
      <p:pic>
        <p:nvPicPr>
          <p:cNvPr id="8" name="Image 6" descr="preencoded.png">
            <a:extLst>
              <a:ext uri="{FF2B5EF4-FFF2-40B4-BE49-F238E27FC236}">
                <a16:creationId xmlns:a16="http://schemas.microsoft.com/office/drawing/2014/main" id="{9528FE88-CD19-44A9-5215-71FB1EA9CA68}"/>
              </a:ext>
            </a:extLst>
          </p:cNvPr>
          <p:cNvPicPr>
            <a:picLocks noChangeAspect="1"/>
          </p:cNvPicPr>
          <p:nvPr/>
        </p:nvPicPr>
        <p:blipFill>
          <a:blip r:embed="rId6"/>
          <a:stretch>
            <a:fillRect/>
          </a:stretch>
        </p:blipFill>
        <p:spPr>
          <a:xfrm>
            <a:off x="370936" y="1295400"/>
            <a:ext cx="11473132" cy="5562600"/>
          </a:xfrm>
          <a:prstGeom prst="rect">
            <a:avLst/>
          </a:prstGeom>
        </p:spPr>
      </p:pic>
      <p:sp>
        <p:nvSpPr>
          <p:cNvPr id="12" name="Text 0">
            <a:extLst>
              <a:ext uri="{FF2B5EF4-FFF2-40B4-BE49-F238E27FC236}">
                <a16:creationId xmlns:a16="http://schemas.microsoft.com/office/drawing/2014/main" id="{C5C65B3A-F2A6-C14A-8018-6D7A90FA1A48}"/>
              </a:ext>
            </a:extLst>
          </p:cNvPr>
          <p:cNvSpPr/>
          <p:nvPr/>
        </p:nvSpPr>
        <p:spPr>
          <a:xfrm>
            <a:off x="3447276" y="457200"/>
            <a:ext cx="5297448"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 Answer Explanation</a:t>
            </a:r>
            <a:endParaRPr lang="en-US" sz="2700" dirty="0"/>
          </a:p>
        </p:txBody>
      </p:sp>
      <p:sp>
        <p:nvSpPr>
          <p:cNvPr id="5" name="Text 1">
            <a:extLst>
              <a:ext uri="{FF2B5EF4-FFF2-40B4-BE49-F238E27FC236}">
                <a16:creationId xmlns:a16="http://schemas.microsoft.com/office/drawing/2014/main" id="{6F0CE081-5738-1834-82BD-1ED3B501C145}"/>
              </a:ext>
            </a:extLst>
          </p:cNvPr>
          <p:cNvSpPr/>
          <p:nvPr/>
        </p:nvSpPr>
        <p:spPr>
          <a:xfrm>
            <a:off x="557479" y="1479455"/>
            <a:ext cx="11413491" cy="662792"/>
          </a:xfrm>
          <a:prstGeom prst="rect">
            <a:avLst/>
          </a:prstGeom>
          <a:noFill/>
          <a:ln/>
        </p:spPr>
        <p:txBody>
          <a:bodyPr vert="horz" wrap="square" lIns="0" tIns="0" rIns="0" bIns="0" rtlCol="0" anchor="t"/>
          <a:lstStyle/>
          <a:p>
            <a:r>
              <a:rPr lang="en-US" sz="3000" dirty="0"/>
              <a:t>Recovery (Cool-down)</a:t>
            </a:r>
          </a:p>
          <a:p>
            <a:endParaRPr lang="en-US" sz="3000" dirty="0"/>
          </a:p>
          <a:p>
            <a:r>
              <a:rPr lang="en-US" sz="3000" dirty="0"/>
              <a:t>Correct (</a:t>
            </a:r>
            <a:r>
              <a:rPr lang="en-US" sz="3000" b="1" dirty="0"/>
              <a:t>Blood Pooling</a:t>
            </a:r>
            <a:r>
              <a:rPr lang="en-US" sz="3000" dirty="0"/>
              <a:t>): When you exercise, your leg muscles act as a "second heart" to pump blood upward. If you stop suddenly, gravity pulls blood to your feet, which can cause fainting (syncope). A cool-down keeps the "pump" going.</a:t>
            </a:r>
          </a:p>
          <a:p>
            <a:endParaRPr lang="en-US" sz="3000" dirty="0"/>
          </a:p>
          <a:p>
            <a:endParaRPr lang="en-US" sz="3000" dirty="0"/>
          </a:p>
          <a:p>
            <a:r>
              <a:rPr lang="en-US" sz="3000" dirty="0"/>
              <a:t>Incorrect: </a:t>
            </a:r>
            <a:r>
              <a:rPr lang="en-US" sz="3000" b="1" dirty="0"/>
              <a:t>Increasing temperature </a:t>
            </a:r>
            <a:r>
              <a:rPr lang="en-US" sz="3000" dirty="0"/>
              <a:t>is for warm-ups; </a:t>
            </a:r>
            <a:br>
              <a:rPr lang="en-US" sz="3000" dirty="0"/>
            </a:br>
            <a:r>
              <a:rPr lang="en-US" sz="3000" dirty="0"/>
              <a:t>	</a:t>
            </a:r>
            <a:r>
              <a:rPr lang="en-US" sz="3000" b="1" dirty="0"/>
              <a:t>     Lactic acid </a:t>
            </a:r>
            <a:r>
              <a:rPr lang="en-US" sz="3000" dirty="0"/>
              <a:t>is cleared better by light movement than by stopping; 	    </a:t>
            </a:r>
            <a:r>
              <a:rPr lang="en-US" sz="3000" b="1" dirty="0"/>
              <a:t>"Shocking" </a:t>
            </a:r>
            <a:r>
              <a:rPr lang="en-US" sz="3000" dirty="0"/>
              <a:t>the system is never a goal.</a:t>
            </a:r>
          </a:p>
        </p:txBody>
      </p:sp>
    </p:spTree>
    <p:extLst>
      <p:ext uri="{BB962C8B-B14F-4D97-AF65-F5344CB8AC3E}">
        <p14:creationId xmlns:p14="http://schemas.microsoft.com/office/powerpoint/2010/main" val="3200630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28BB4-4D84-52BC-010E-C59F0AF2872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9A8EA26-77E6-6652-AC76-E180F1366B7B}"/>
              </a:ext>
            </a:extLst>
          </p:cNvPr>
          <p:cNvPicPr>
            <a:picLocks noChangeAspect="1"/>
          </p:cNvPicPr>
          <p:nvPr/>
        </p:nvPicPr>
        <p:blipFill>
          <a:blip r:embed="rId3"/>
          <a:stretch>
            <a:fillRect/>
          </a:stretch>
        </p:blipFill>
        <p:spPr>
          <a:xfrm>
            <a:off x="0" y="-172529"/>
            <a:ext cx="12192000" cy="7220309"/>
          </a:xfrm>
          <a:prstGeom prst="rect">
            <a:avLst/>
          </a:prstGeom>
        </p:spPr>
      </p:pic>
      <p:pic>
        <p:nvPicPr>
          <p:cNvPr id="4" name="Image 2" descr="preencoded.png">
            <a:extLst>
              <a:ext uri="{FF2B5EF4-FFF2-40B4-BE49-F238E27FC236}">
                <a16:creationId xmlns:a16="http://schemas.microsoft.com/office/drawing/2014/main" id="{0221E3BC-CC69-EA70-4BAD-4DA01385A04E}"/>
              </a:ext>
            </a:extLst>
          </p:cNvPr>
          <p:cNvPicPr>
            <a:picLocks noChangeAspect="1"/>
          </p:cNvPicPr>
          <p:nvPr/>
        </p:nvPicPr>
        <p:blipFill>
          <a:blip r:embed="rId4"/>
          <a:stretch>
            <a:fillRect/>
          </a:stretch>
        </p:blipFill>
        <p:spPr>
          <a:xfrm>
            <a:off x="5638651" y="747084"/>
            <a:ext cx="914400" cy="38100"/>
          </a:xfrm>
          <a:prstGeom prst="rect">
            <a:avLst/>
          </a:prstGeom>
        </p:spPr>
      </p:pic>
      <p:pic>
        <p:nvPicPr>
          <p:cNvPr id="5" name="Image 3" descr="preencoded.png">
            <a:extLst>
              <a:ext uri="{FF2B5EF4-FFF2-40B4-BE49-F238E27FC236}">
                <a16:creationId xmlns:a16="http://schemas.microsoft.com/office/drawing/2014/main" id="{F1DD7049-89D1-4C8C-CD20-B0F34731D7A3}"/>
              </a:ext>
            </a:extLst>
          </p:cNvPr>
          <p:cNvPicPr>
            <a:picLocks noChangeAspect="1"/>
          </p:cNvPicPr>
          <p:nvPr/>
        </p:nvPicPr>
        <p:blipFill>
          <a:blip r:embed="rId5"/>
          <a:stretch>
            <a:fillRect/>
          </a:stretch>
        </p:blipFill>
        <p:spPr>
          <a:xfrm>
            <a:off x="264159" y="862286"/>
            <a:ext cx="11855953" cy="2152650"/>
          </a:xfrm>
          <a:prstGeom prst="rect">
            <a:avLst/>
          </a:prstGeom>
        </p:spPr>
      </p:pic>
      <p:pic>
        <p:nvPicPr>
          <p:cNvPr id="6" name="Image 4" descr="preencoded.png">
            <a:extLst>
              <a:ext uri="{FF2B5EF4-FFF2-40B4-BE49-F238E27FC236}">
                <a16:creationId xmlns:a16="http://schemas.microsoft.com/office/drawing/2014/main" id="{5AF1E632-8244-0492-C2C1-D73249F92B54}"/>
              </a:ext>
            </a:extLst>
          </p:cNvPr>
          <p:cNvPicPr>
            <a:picLocks noChangeAspect="1"/>
          </p:cNvPicPr>
          <p:nvPr/>
        </p:nvPicPr>
        <p:blipFill>
          <a:blip r:embed="rId6"/>
          <a:stretch>
            <a:fillRect/>
          </a:stretch>
        </p:blipFill>
        <p:spPr>
          <a:xfrm>
            <a:off x="2425100" y="3347767"/>
            <a:ext cx="9048031" cy="650935"/>
          </a:xfrm>
          <a:prstGeom prst="rect">
            <a:avLst/>
          </a:prstGeom>
        </p:spPr>
      </p:pic>
      <p:pic>
        <p:nvPicPr>
          <p:cNvPr id="7" name="Image 5" descr="preencoded.png">
            <a:extLst>
              <a:ext uri="{FF2B5EF4-FFF2-40B4-BE49-F238E27FC236}">
                <a16:creationId xmlns:a16="http://schemas.microsoft.com/office/drawing/2014/main" id="{040893E0-CBC8-7193-C3B3-4BF3804EAB16}"/>
              </a:ext>
            </a:extLst>
          </p:cNvPr>
          <p:cNvPicPr>
            <a:picLocks noChangeAspect="1"/>
          </p:cNvPicPr>
          <p:nvPr/>
        </p:nvPicPr>
        <p:blipFill>
          <a:blip r:embed="rId7"/>
          <a:stretch>
            <a:fillRect/>
          </a:stretch>
        </p:blipFill>
        <p:spPr>
          <a:xfrm>
            <a:off x="2551281" y="3396294"/>
            <a:ext cx="543464" cy="543464"/>
          </a:xfrm>
          <a:prstGeom prst="rect">
            <a:avLst/>
          </a:prstGeom>
        </p:spPr>
      </p:pic>
      <p:sp>
        <p:nvSpPr>
          <p:cNvPr id="14" name="Text 0">
            <a:extLst>
              <a:ext uri="{FF2B5EF4-FFF2-40B4-BE49-F238E27FC236}">
                <a16:creationId xmlns:a16="http://schemas.microsoft.com/office/drawing/2014/main" id="{13A6C557-593F-A49E-70B5-DB1124B42379}"/>
              </a:ext>
            </a:extLst>
          </p:cNvPr>
          <p:cNvSpPr/>
          <p:nvPr/>
        </p:nvSpPr>
        <p:spPr>
          <a:xfrm>
            <a:off x="4126662" y="284672"/>
            <a:ext cx="3938528" cy="304802"/>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Question</a:t>
            </a:r>
            <a:endParaRPr lang="en-US" sz="2700" dirty="0"/>
          </a:p>
        </p:txBody>
      </p:sp>
      <p:sp>
        <p:nvSpPr>
          <p:cNvPr id="15" name="Text 1">
            <a:extLst>
              <a:ext uri="{FF2B5EF4-FFF2-40B4-BE49-F238E27FC236}">
                <a16:creationId xmlns:a16="http://schemas.microsoft.com/office/drawing/2014/main" id="{3525A70B-4B3E-6113-F7F9-CB0B925DB711}"/>
              </a:ext>
            </a:extLst>
          </p:cNvPr>
          <p:cNvSpPr/>
          <p:nvPr/>
        </p:nvSpPr>
        <p:spPr>
          <a:xfrm>
            <a:off x="514349" y="1112101"/>
            <a:ext cx="11413491" cy="662792"/>
          </a:xfrm>
          <a:prstGeom prst="rect">
            <a:avLst/>
          </a:prstGeom>
          <a:noFill/>
          <a:ln/>
        </p:spPr>
        <p:txBody>
          <a:bodyPr vert="horz" wrap="square" lIns="0" tIns="0" rIns="0" bIns="0" rtlCol="0" anchor="t"/>
          <a:lstStyle/>
          <a:p>
            <a:pPr algn="just"/>
            <a:r>
              <a:rPr lang="en-US" sz="3500" dirty="0"/>
              <a:t>6. What is the main physiological difference between Aerobic and Anaerobic exercise?</a:t>
            </a:r>
          </a:p>
        </p:txBody>
      </p:sp>
      <p:sp>
        <p:nvSpPr>
          <p:cNvPr id="16" name="Text 2">
            <a:extLst>
              <a:ext uri="{FF2B5EF4-FFF2-40B4-BE49-F238E27FC236}">
                <a16:creationId xmlns:a16="http://schemas.microsoft.com/office/drawing/2014/main" id="{2B1294F0-2117-CC6B-B6B5-865E18F00725}"/>
              </a:ext>
            </a:extLst>
          </p:cNvPr>
          <p:cNvSpPr/>
          <p:nvPr/>
        </p:nvSpPr>
        <p:spPr>
          <a:xfrm>
            <a:off x="2679127" y="3608722"/>
            <a:ext cx="454074"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A</a:t>
            </a:r>
            <a:endParaRPr lang="en-US" sz="3500" dirty="0"/>
          </a:p>
        </p:txBody>
      </p:sp>
      <p:sp>
        <p:nvSpPr>
          <p:cNvPr id="17" name="Text 3">
            <a:extLst>
              <a:ext uri="{FF2B5EF4-FFF2-40B4-BE49-F238E27FC236}">
                <a16:creationId xmlns:a16="http://schemas.microsoft.com/office/drawing/2014/main" id="{5E5D4FC0-D8E0-0F00-9579-B575E611BF34}"/>
              </a:ext>
            </a:extLst>
          </p:cNvPr>
          <p:cNvSpPr/>
          <p:nvPr/>
        </p:nvSpPr>
        <p:spPr>
          <a:xfrm>
            <a:off x="3802846" y="3633522"/>
            <a:ext cx="8834851" cy="543464"/>
          </a:xfrm>
          <a:prstGeom prst="rect">
            <a:avLst/>
          </a:prstGeom>
          <a:noFill/>
          <a:ln/>
        </p:spPr>
        <p:txBody>
          <a:bodyPr vert="horz" wrap="square" lIns="0" tIns="0" rIns="0" bIns="0" rtlCol="0" anchor="t"/>
          <a:lstStyle/>
          <a:p>
            <a:pPr>
              <a:lnSpc>
                <a:spcPts val="2100"/>
              </a:lnSpc>
            </a:pPr>
            <a:r>
              <a:rPr lang="en-US" sz="3500" dirty="0"/>
              <a:t>The age of the person exercising</a:t>
            </a:r>
          </a:p>
        </p:txBody>
      </p:sp>
      <p:pic>
        <p:nvPicPr>
          <p:cNvPr id="25" name="Image 4" descr="preencoded.png">
            <a:extLst>
              <a:ext uri="{FF2B5EF4-FFF2-40B4-BE49-F238E27FC236}">
                <a16:creationId xmlns:a16="http://schemas.microsoft.com/office/drawing/2014/main" id="{D4015714-37EA-6834-5CC8-757B10393780}"/>
              </a:ext>
            </a:extLst>
          </p:cNvPr>
          <p:cNvPicPr>
            <a:picLocks noChangeAspect="1"/>
          </p:cNvPicPr>
          <p:nvPr/>
        </p:nvPicPr>
        <p:blipFill>
          <a:blip r:embed="rId6"/>
          <a:stretch>
            <a:fillRect/>
          </a:stretch>
        </p:blipFill>
        <p:spPr>
          <a:xfrm>
            <a:off x="2425100" y="4291820"/>
            <a:ext cx="9048031" cy="650935"/>
          </a:xfrm>
          <a:prstGeom prst="rect">
            <a:avLst/>
          </a:prstGeom>
        </p:spPr>
      </p:pic>
      <p:sp>
        <p:nvSpPr>
          <p:cNvPr id="26" name="Text 3">
            <a:extLst>
              <a:ext uri="{FF2B5EF4-FFF2-40B4-BE49-F238E27FC236}">
                <a16:creationId xmlns:a16="http://schemas.microsoft.com/office/drawing/2014/main" id="{89B71C44-A790-7A55-5A03-17D1ECC33D25}"/>
              </a:ext>
            </a:extLst>
          </p:cNvPr>
          <p:cNvSpPr/>
          <p:nvPr/>
        </p:nvSpPr>
        <p:spPr>
          <a:xfrm>
            <a:off x="3802846" y="4370547"/>
            <a:ext cx="8834851" cy="543464"/>
          </a:xfrm>
          <a:prstGeom prst="rect">
            <a:avLst/>
          </a:prstGeom>
          <a:noFill/>
          <a:ln/>
        </p:spPr>
        <p:txBody>
          <a:bodyPr vert="horz" wrap="square" lIns="0" tIns="0" rIns="0" bIns="0" rtlCol="0" anchor="t"/>
          <a:lstStyle/>
          <a:p>
            <a:r>
              <a:rPr lang="en-US" sz="3500" dirty="0"/>
              <a:t>The amount of weight being lifted</a:t>
            </a:r>
            <a:endParaRPr lang="en-PH" sz="3500" dirty="0"/>
          </a:p>
        </p:txBody>
      </p:sp>
      <p:pic>
        <p:nvPicPr>
          <p:cNvPr id="27" name="Image 4" descr="preencoded.png">
            <a:extLst>
              <a:ext uri="{FF2B5EF4-FFF2-40B4-BE49-F238E27FC236}">
                <a16:creationId xmlns:a16="http://schemas.microsoft.com/office/drawing/2014/main" id="{A8D25C7B-159D-1721-88AA-7DCA29ECEE71}"/>
              </a:ext>
            </a:extLst>
          </p:cNvPr>
          <p:cNvPicPr>
            <a:picLocks noChangeAspect="1"/>
          </p:cNvPicPr>
          <p:nvPr/>
        </p:nvPicPr>
        <p:blipFill>
          <a:blip r:embed="rId6"/>
          <a:stretch>
            <a:fillRect/>
          </a:stretch>
        </p:blipFill>
        <p:spPr>
          <a:xfrm>
            <a:off x="2425100" y="5196160"/>
            <a:ext cx="9048031" cy="650935"/>
          </a:xfrm>
          <a:prstGeom prst="rect">
            <a:avLst/>
          </a:prstGeom>
        </p:spPr>
      </p:pic>
      <p:sp>
        <p:nvSpPr>
          <p:cNvPr id="28" name="Text 3">
            <a:extLst>
              <a:ext uri="{FF2B5EF4-FFF2-40B4-BE49-F238E27FC236}">
                <a16:creationId xmlns:a16="http://schemas.microsoft.com/office/drawing/2014/main" id="{814622F6-8FD3-EC66-A0B3-DAEFC5EC4BF9}"/>
              </a:ext>
            </a:extLst>
          </p:cNvPr>
          <p:cNvSpPr/>
          <p:nvPr/>
        </p:nvSpPr>
        <p:spPr>
          <a:xfrm>
            <a:off x="3802846" y="5481915"/>
            <a:ext cx="8834851" cy="543464"/>
          </a:xfrm>
          <a:prstGeom prst="rect">
            <a:avLst/>
          </a:prstGeom>
          <a:noFill/>
          <a:ln/>
        </p:spPr>
        <p:txBody>
          <a:bodyPr vert="horz" wrap="square" lIns="0" tIns="0" rIns="0" bIns="0" rtlCol="0" anchor="t"/>
          <a:lstStyle/>
          <a:p>
            <a:pPr>
              <a:lnSpc>
                <a:spcPts val="2100"/>
              </a:lnSpc>
            </a:pPr>
            <a:r>
              <a:rPr lang="en-US" sz="3400" dirty="0"/>
              <a:t>The use of oxygen to meet energy demands</a:t>
            </a:r>
          </a:p>
        </p:txBody>
      </p:sp>
      <p:pic>
        <p:nvPicPr>
          <p:cNvPr id="29" name="Image 4" descr="preencoded.png">
            <a:extLst>
              <a:ext uri="{FF2B5EF4-FFF2-40B4-BE49-F238E27FC236}">
                <a16:creationId xmlns:a16="http://schemas.microsoft.com/office/drawing/2014/main" id="{DA59C031-B3B9-A46F-AB8A-E74FFFAAF0CC}"/>
              </a:ext>
            </a:extLst>
          </p:cNvPr>
          <p:cNvPicPr>
            <a:picLocks noChangeAspect="1"/>
          </p:cNvPicPr>
          <p:nvPr/>
        </p:nvPicPr>
        <p:blipFill>
          <a:blip r:embed="rId6"/>
          <a:stretch>
            <a:fillRect/>
          </a:stretch>
        </p:blipFill>
        <p:spPr>
          <a:xfrm>
            <a:off x="2425100" y="6110928"/>
            <a:ext cx="9048031" cy="650935"/>
          </a:xfrm>
          <a:prstGeom prst="rect">
            <a:avLst/>
          </a:prstGeom>
        </p:spPr>
      </p:pic>
      <p:sp>
        <p:nvSpPr>
          <p:cNvPr id="30" name="Text 3">
            <a:extLst>
              <a:ext uri="{FF2B5EF4-FFF2-40B4-BE49-F238E27FC236}">
                <a16:creationId xmlns:a16="http://schemas.microsoft.com/office/drawing/2014/main" id="{CF31E772-D223-C5CB-1B15-16EF85D8682A}"/>
              </a:ext>
            </a:extLst>
          </p:cNvPr>
          <p:cNvSpPr/>
          <p:nvPr/>
        </p:nvSpPr>
        <p:spPr>
          <a:xfrm>
            <a:off x="3802846" y="6172402"/>
            <a:ext cx="8834851" cy="543464"/>
          </a:xfrm>
          <a:prstGeom prst="rect">
            <a:avLst/>
          </a:prstGeom>
          <a:noFill/>
          <a:ln/>
        </p:spPr>
        <p:txBody>
          <a:bodyPr vert="horz" wrap="square" lIns="0" tIns="0" rIns="0" bIns="0" rtlCol="0" anchor="t"/>
          <a:lstStyle/>
          <a:p>
            <a:r>
              <a:rPr lang="en-US" sz="3500" dirty="0"/>
              <a:t>The time of day the exercise is performed</a:t>
            </a:r>
            <a:endParaRPr lang="en-PH" sz="3500" dirty="0"/>
          </a:p>
        </p:txBody>
      </p:sp>
      <p:pic>
        <p:nvPicPr>
          <p:cNvPr id="9" name="Image 7" descr="preencoded.png">
            <a:extLst>
              <a:ext uri="{FF2B5EF4-FFF2-40B4-BE49-F238E27FC236}">
                <a16:creationId xmlns:a16="http://schemas.microsoft.com/office/drawing/2014/main" id="{056A043D-4D5E-7ED5-2235-B45DF0EBFF16}"/>
              </a:ext>
            </a:extLst>
          </p:cNvPr>
          <p:cNvPicPr>
            <a:picLocks noChangeAspect="1"/>
          </p:cNvPicPr>
          <p:nvPr/>
        </p:nvPicPr>
        <p:blipFill>
          <a:blip r:embed="rId8"/>
          <a:stretch>
            <a:fillRect/>
          </a:stretch>
        </p:blipFill>
        <p:spPr>
          <a:xfrm>
            <a:off x="2563859" y="4333153"/>
            <a:ext cx="543464" cy="543464"/>
          </a:xfrm>
          <a:prstGeom prst="rect">
            <a:avLst/>
          </a:prstGeom>
        </p:spPr>
      </p:pic>
      <p:sp>
        <p:nvSpPr>
          <p:cNvPr id="18" name="Text 4">
            <a:extLst>
              <a:ext uri="{FF2B5EF4-FFF2-40B4-BE49-F238E27FC236}">
                <a16:creationId xmlns:a16="http://schemas.microsoft.com/office/drawing/2014/main" id="{DC32A2CA-A2E8-84BC-6C2A-0F074D0E9879}"/>
              </a:ext>
            </a:extLst>
          </p:cNvPr>
          <p:cNvSpPr/>
          <p:nvPr/>
        </p:nvSpPr>
        <p:spPr>
          <a:xfrm>
            <a:off x="2693973" y="4557437"/>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B</a:t>
            </a:r>
            <a:endParaRPr lang="en-US" sz="3500" dirty="0"/>
          </a:p>
        </p:txBody>
      </p:sp>
      <p:pic>
        <p:nvPicPr>
          <p:cNvPr id="11" name="Image 9" descr="preencoded.png">
            <a:extLst>
              <a:ext uri="{FF2B5EF4-FFF2-40B4-BE49-F238E27FC236}">
                <a16:creationId xmlns:a16="http://schemas.microsoft.com/office/drawing/2014/main" id="{471E3612-0FC2-8865-02E5-4AFA5C4998DA}"/>
              </a:ext>
            </a:extLst>
          </p:cNvPr>
          <p:cNvPicPr>
            <a:picLocks noChangeAspect="1"/>
          </p:cNvPicPr>
          <p:nvPr/>
        </p:nvPicPr>
        <p:blipFill>
          <a:blip r:embed="rId9"/>
          <a:stretch>
            <a:fillRect/>
          </a:stretch>
        </p:blipFill>
        <p:spPr>
          <a:xfrm>
            <a:off x="2557547" y="5249166"/>
            <a:ext cx="543464" cy="543464"/>
          </a:xfrm>
          <a:prstGeom prst="rect">
            <a:avLst/>
          </a:prstGeom>
        </p:spPr>
      </p:pic>
      <p:sp>
        <p:nvSpPr>
          <p:cNvPr id="20" name="Text 6">
            <a:extLst>
              <a:ext uri="{FF2B5EF4-FFF2-40B4-BE49-F238E27FC236}">
                <a16:creationId xmlns:a16="http://schemas.microsoft.com/office/drawing/2014/main" id="{E6EA53AA-ADA8-5B71-B3F9-18DB244710B0}"/>
              </a:ext>
            </a:extLst>
          </p:cNvPr>
          <p:cNvSpPr/>
          <p:nvPr/>
        </p:nvSpPr>
        <p:spPr>
          <a:xfrm>
            <a:off x="2685347" y="5493044"/>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C</a:t>
            </a:r>
            <a:endParaRPr lang="en-US" sz="3500" dirty="0"/>
          </a:p>
        </p:txBody>
      </p:sp>
      <p:pic>
        <p:nvPicPr>
          <p:cNvPr id="13" name="Image 11" descr="preencoded.png">
            <a:extLst>
              <a:ext uri="{FF2B5EF4-FFF2-40B4-BE49-F238E27FC236}">
                <a16:creationId xmlns:a16="http://schemas.microsoft.com/office/drawing/2014/main" id="{0335D0D7-2ADA-D141-2A3C-57DB848C8794}"/>
              </a:ext>
            </a:extLst>
          </p:cNvPr>
          <p:cNvPicPr>
            <a:picLocks noChangeAspect="1"/>
          </p:cNvPicPr>
          <p:nvPr/>
        </p:nvPicPr>
        <p:blipFill>
          <a:blip r:embed="rId10"/>
          <a:stretch>
            <a:fillRect/>
          </a:stretch>
        </p:blipFill>
        <p:spPr>
          <a:xfrm>
            <a:off x="2572485" y="6130141"/>
            <a:ext cx="543464" cy="543464"/>
          </a:xfrm>
          <a:prstGeom prst="rect">
            <a:avLst/>
          </a:prstGeom>
        </p:spPr>
      </p:pic>
      <p:sp>
        <p:nvSpPr>
          <p:cNvPr id="22" name="Text 8">
            <a:extLst>
              <a:ext uri="{FF2B5EF4-FFF2-40B4-BE49-F238E27FC236}">
                <a16:creationId xmlns:a16="http://schemas.microsoft.com/office/drawing/2014/main" id="{735E7229-1C37-F962-D8A2-3CD8BC76805F}"/>
              </a:ext>
            </a:extLst>
          </p:cNvPr>
          <p:cNvSpPr/>
          <p:nvPr/>
        </p:nvSpPr>
        <p:spPr>
          <a:xfrm>
            <a:off x="2706165" y="6363053"/>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D</a:t>
            </a:r>
            <a:endParaRPr lang="en-US" sz="3500" dirty="0"/>
          </a:p>
        </p:txBody>
      </p:sp>
      <p:pic>
        <p:nvPicPr>
          <p:cNvPr id="3" name="Image 4" descr="preencoded.png">
            <a:extLst>
              <a:ext uri="{FF2B5EF4-FFF2-40B4-BE49-F238E27FC236}">
                <a16:creationId xmlns:a16="http://schemas.microsoft.com/office/drawing/2014/main" id="{8EE189D7-0901-D54B-6C19-839975520384}"/>
              </a:ext>
            </a:extLst>
          </p:cNvPr>
          <p:cNvPicPr>
            <a:picLocks noChangeAspect="1"/>
          </p:cNvPicPr>
          <p:nvPr/>
        </p:nvPicPr>
        <p:blipFill>
          <a:blip r:embed="rId11"/>
          <a:stretch>
            <a:fillRect/>
          </a:stretch>
        </p:blipFill>
        <p:spPr>
          <a:xfrm>
            <a:off x="1155940" y="5199552"/>
            <a:ext cx="631174" cy="631174"/>
          </a:xfrm>
          <a:prstGeom prst="rect">
            <a:avLst/>
          </a:prstGeom>
        </p:spPr>
      </p:pic>
      <p:pic>
        <p:nvPicPr>
          <p:cNvPr id="8" name="Image 5" descr="preencoded.png">
            <a:extLst>
              <a:ext uri="{FF2B5EF4-FFF2-40B4-BE49-F238E27FC236}">
                <a16:creationId xmlns:a16="http://schemas.microsoft.com/office/drawing/2014/main" id="{51C53ABA-5A29-F100-41AB-220DC071FED9}"/>
              </a:ext>
            </a:extLst>
          </p:cNvPr>
          <p:cNvPicPr>
            <a:picLocks noChangeAspect="1"/>
          </p:cNvPicPr>
          <p:nvPr/>
        </p:nvPicPr>
        <p:blipFill>
          <a:blip r:embed="rId12"/>
          <a:stretch>
            <a:fillRect/>
          </a:stretch>
        </p:blipFill>
        <p:spPr>
          <a:xfrm>
            <a:off x="1293962" y="5333099"/>
            <a:ext cx="358903" cy="398781"/>
          </a:xfrm>
          <a:prstGeom prst="rect">
            <a:avLst/>
          </a:prstGeom>
        </p:spPr>
      </p:pic>
    </p:spTree>
    <p:extLst>
      <p:ext uri="{BB962C8B-B14F-4D97-AF65-F5344CB8AC3E}">
        <p14:creationId xmlns:p14="http://schemas.microsoft.com/office/powerpoint/2010/main" val="4244391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38B51-4D6C-0AC7-4652-BA15FAF4D1D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1E21DE4-AB17-765D-806D-2249DFB7B294}"/>
              </a:ext>
            </a:extLst>
          </p:cNvPr>
          <p:cNvPicPr>
            <a:picLocks noChangeAspect="1"/>
          </p:cNvPicPr>
          <p:nvPr/>
        </p:nvPicPr>
        <p:blipFill>
          <a:blip r:embed="rId3"/>
          <a:stretch>
            <a:fillRect/>
          </a:stretch>
        </p:blipFill>
        <p:spPr>
          <a:xfrm>
            <a:off x="0" y="0"/>
            <a:ext cx="12192000" cy="7098506"/>
          </a:xfrm>
          <a:prstGeom prst="rect">
            <a:avLst/>
          </a:prstGeom>
        </p:spPr>
      </p:pic>
      <p:pic>
        <p:nvPicPr>
          <p:cNvPr id="3" name="Image 1" descr="preencoded.png">
            <a:extLst>
              <a:ext uri="{FF2B5EF4-FFF2-40B4-BE49-F238E27FC236}">
                <a16:creationId xmlns:a16="http://schemas.microsoft.com/office/drawing/2014/main" id="{720929D6-A21D-E62A-E539-2D26C732CD42}"/>
              </a:ext>
            </a:extLst>
          </p:cNvPr>
          <p:cNvPicPr>
            <a:picLocks noChangeAspect="1"/>
          </p:cNvPicPr>
          <p:nvPr/>
        </p:nvPicPr>
        <p:blipFill>
          <a:blip r:embed="rId4"/>
          <a:stretch>
            <a:fillRect/>
          </a:stretch>
        </p:blipFill>
        <p:spPr>
          <a:xfrm>
            <a:off x="3888730" y="457200"/>
            <a:ext cx="342900" cy="342900"/>
          </a:xfrm>
          <a:prstGeom prst="rect">
            <a:avLst/>
          </a:prstGeom>
        </p:spPr>
      </p:pic>
      <p:pic>
        <p:nvPicPr>
          <p:cNvPr id="4" name="Image 2" descr="preencoded.png">
            <a:extLst>
              <a:ext uri="{FF2B5EF4-FFF2-40B4-BE49-F238E27FC236}">
                <a16:creationId xmlns:a16="http://schemas.microsoft.com/office/drawing/2014/main" id="{528C7FFC-39A1-0B6F-3B0D-015C495F69E4}"/>
              </a:ext>
            </a:extLst>
          </p:cNvPr>
          <p:cNvPicPr>
            <a:picLocks noChangeAspect="1"/>
          </p:cNvPicPr>
          <p:nvPr/>
        </p:nvPicPr>
        <p:blipFill>
          <a:blip r:embed="rId5"/>
          <a:stretch>
            <a:fillRect/>
          </a:stretch>
        </p:blipFill>
        <p:spPr>
          <a:xfrm>
            <a:off x="5638800" y="990600"/>
            <a:ext cx="914400" cy="38100"/>
          </a:xfrm>
          <a:prstGeom prst="rect">
            <a:avLst/>
          </a:prstGeom>
        </p:spPr>
      </p:pic>
      <p:pic>
        <p:nvPicPr>
          <p:cNvPr id="8" name="Image 6" descr="preencoded.png">
            <a:extLst>
              <a:ext uri="{FF2B5EF4-FFF2-40B4-BE49-F238E27FC236}">
                <a16:creationId xmlns:a16="http://schemas.microsoft.com/office/drawing/2014/main" id="{40CCDC01-24C2-D086-BA77-FD676B24C29B}"/>
              </a:ext>
            </a:extLst>
          </p:cNvPr>
          <p:cNvPicPr>
            <a:picLocks noChangeAspect="1"/>
          </p:cNvPicPr>
          <p:nvPr/>
        </p:nvPicPr>
        <p:blipFill>
          <a:blip r:embed="rId6"/>
          <a:stretch>
            <a:fillRect/>
          </a:stretch>
        </p:blipFill>
        <p:spPr>
          <a:xfrm>
            <a:off x="370936" y="1295400"/>
            <a:ext cx="11473132" cy="5562600"/>
          </a:xfrm>
          <a:prstGeom prst="rect">
            <a:avLst/>
          </a:prstGeom>
        </p:spPr>
      </p:pic>
      <p:sp>
        <p:nvSpPr>
          <p:cNvPr id="12" name="Text 0">
            <a:extLst>
              <a:ext uri="{FF2B5EF4-FFF2-40B4-BE49-F238E27FC236}">
                <a16:creationId xmlns:a16="http://schemas.microsoft.com/office/drawing/2014/main" id="{26D4FEE3-E012-A0B0-0AC5-A6E7A0EACF51}"/>
              </a:ext>
            </a:extLst>
          </p:cNvPr>
          <p:cNvSpPr/>
          <p:nvPr/>
        </p:nvSpPr>
        <p:spPr>
          <a:xfrm>
            <a:off x="3447276" y="457200"/>
            <a:ext cx="5297448"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 Answer Explanation</a:t>
            </a:r>
            <a:endParaRPr lang="en-US" sz="2700" dirty="0"/>
          </a:p>
        </p:txBody>
      </p:sp>
      <p:sp>
        <p:nvSpPr>
          <p:cNvPr id="5" name="Text 1">
            <a:extLst>
              <a:ext uri="{FF2B5EF4-FFF2-40B4-BE49-F238E27FC236}">
                <a16:creationId xmlns:a16="http://schemas.microsoft.com/office/drawing/2014/main" id="{5B8C6015-5B84-50A5-35E8-8B1DAD009F31}"/>
              </a:ext>
            </a:extLst>
          </p:cNvPr>
          <p:cNvSpPr/>
          <p:nvPr/>
        </p:nvSpPr>
        <p:spPr>
          <a:xfrm>
            <a:off x="557479" y="1479455"/>
            <a:ext cx="11413491" cy="662792"/>
          </a:xfrm>
          <a:prstGeom prst="rect">
            <a:avLst/>
          </a:prstGeom>
          <a:noFill/>
          <a:ln/>
        </p:spPr>
        <p:txBody>
          <a:bodyPr vert="horz" wrap="square" lIns="0" tIns="0" rIns="0" bIns="0" rtlCol="0" anchor="t"/>
          <a:lstStyle/>
          <a:p>
            <a:r>
              <a:rPr lang="en-US" sz="3000" dirty="0"/>
              <a:t>Energy Systems (Oxygen Use)</a:t>
            </a:r>
          </a:p>
          <a:p>
            <a:endParaRPr lang="en-US" sz="3000" dirty="0"/>
          </a:p>
          <a:p>
            <a:r>
              <a:rPr lang="en-US" sz="3000" dirty="0"/>
              <a:t>Correct (</a:t>
            </a:r>
            <a:r>
              <a:rPr lang="en-US" sz="3000" b="1" dirty="0"/>
              <a:t>Oxygen</a:t>
            </a:r>
            <a:r>
              <a:rPr lang="en-US" sz="3000" dirty="0"/>
              <a:t>): </a:t>
            </a:r>
            <a:r>
              <a:rPr lang="en-US" sz="3000" u="sng" dirty="0"/>
              <a:t>Aerobic </a:t>
            </a:r>
            <a:r>
              <a:rPr lang="en-US" sz="3000" dirty="0"/>
              <a:t>energy production (for long duration) requires oxygen to burn fats and carbs. </a:t>
            </a:r>
            <a:r>
              <a:rPr lang="en-US" sz="3000" u="sng" dirty="0"/>
              <a:t>Anaerobic</a:t>
            </a:r>
            <a:r>
              <a:rPr lang="en-US" sz="3000" dirty="0"/>
              <a:t> (for power/sprints) uses stored ATP-PC or Glycogen without needing immediate oxygen.</a:t>
            </a:r>
          </a:p>
          <a:p>
            <a:endParaRPr lang="en-US" sz="3000" dirty="0"/>
          </a:p>
          <a:p>
            <a:endParaRPr lang="en-US" sz="3000" dirty="0"/>
          </a:p>
          <a:p>
            <a:r>
              <a:rPr lang="en-US" sz="3000" dirty="0"/>
              <a:t>Incorrect: Weight and Age don't define the system; a 70-year-old walking and a 20-year-old walking are both using aerobic systems regardless of their age.</a:t>
            </a:r>
          </a:p>
        </p:txBody>
      </p:sp>
    </p:spTree>
    <p:extLst>
      <p:ext uri="{BB962C8B-B14F-4D97-AF65-F5344CB8AC3E}">
        <p14:creationId xmlns:p14="http://schemas.microsoft.com/office/powerpoint/2010/main" val="4187243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3738A-A87D-9313-4AC7-2227AE1F923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C3D72BE-36C5-566B-3C1E-FC42785DDC56}"/>
              </a:ext>
            </a:extLst>
          </p:cNvPr>
          <p:cNvPicPr>
            <a:picLocks noChangeAspect="1"/>
          </p:cNvPicPr>
          <p:nvPr/>
        </p:nvPicPr>
        <p:blipFill>
          <a:blip r:embed="rId3"/>
          <a:stretch>
            <a:fillRect/>
          </a:stretch>
        </p:blipFill>
        <p:spPr>
          <a:xfrm>
            <a:off x="0" y="-172529"/>
            <a:ext cx="12192000" cy="7220309"/>
          </a:xfrm>
          <a:prstGeom prst="rect">
            <a:avLst/>
          </a:prstGeom>
        </p:spPr>
      </p:pic>
      <p:pic>
        <p:nvPicPr>
          <p:cNvPr id="4" name="Image 2" descr="preencoded.png">
            <a:extLst>
              <a:ext uri="{FF2B5EF4-FFF2-40B4-BE49-F238E27FC236}">
                <a16:creationId xmlns:a16="http://schemas.microsoft.com/office/drawing/2014/main" id="{07D54EC6-7316-241D-45B0-C4B2A4B715EB}"/>
              </a:ext>
            </a:extLst>
          </p:cNvPr>
          <p:cNvPicPr>
            <a:picLocks noChangeAspect="1"/>
          </p:cNvPicPr>
          <p:nvPr/>
        </p:nvPicPr>
        <p:blipFill>
          <a:blip r:embed="rId4"/>
          <a:stretch>
            <a:fillRect/>
          </a:stretch>
        </p:blipFill>
        <p:spPr>
          <a:xfrm>
            <a:off x="5638651" y="747084"/>
            <a:ext cx="914400" cy="38100"/>
          </a:xfrm>
          <a:prstGeom prst="rect">
            <a:avLst/>
          </a:prstGeom>
        </p:spPr>
      </p:pic>
      <p:pic>
        <p:nvPicPr>
          <p:cNvPr id="5" name="Image 3" descr="preencoded.png">
            <a:extLst>
              <a:ext uri="{FF2B5EF4-FFF2-40B4-BE49-F238E27FC236}">
                <a16:creationId xmlns:a16="http://schemas.microsoft.com/office/drawing/2014/main" id="{C036476C-1097-7C8B-366F-EC8F6C3CEB8E}"/>
              </a:ext>
            </a:extLst>
          </p:cNvPr>
          <p:cNvPicPr>
            <a:picLocks noChangeAspect="1"/>
          </p:cNvPicPr>
          <p:nvPr/>
        </p:nvPicPr>
        <p:blipFill>
          <a:blip r:embed="rId5"/>
          <a:stretch>
            <a:fillRect/>
          </a:stretch>
        </p:blipFill>
        <p:spPr>
          <a:xfrm>
            <a:off x="264159" y="862286"/>
            <a:ext cx="11855953" cy="2152650"/>
          </a:xfrm>
          <a:prstGeom prst="rect">
            <a:avLst/>
          </a:prstGeom>
        </p:spPr>
      </p:pic>
      <p:pic>
        <p:nvPicPr>
          <p:cNvPr id="6" name="Image 4" descr="preencoded.png">
            <a:extLst>
              <a:ext uri="{FF2B5EF4-FFF2-40B4-BE49-F238E27FC236}">
                <a16:creationId xmlns:a16="http://schemas.microsoft.com/office/drawing/2014/main" id="{863769AC-B72E-2F47-2BD0-CC9CBB386BD9}"/>
              </a:ext>
            </a:extLst>
          </p:cNvPr>
          <p:cNvPicPr>
            <a:picLocks noChangeAspect="1"/>
          </p:cNvPicPr>
          <p:nvPr/>
        </p:nvPicPr>
        <p:blipFill>
          <a:blip r:embed="rId6"/>
          <a:stretch>
            <a:fillRect/>
          </a:stretch>
        </p:blipFill>
        <p:spPr>
          <a:xfrm>
            <a:off x="2425100" y="3347767"/>
            <a:ext cx="9048031" cy="650935"/>
          </a:xfrm>
          <a:prstGeom prst="rect">
            <a:avLst/>
          </a:prstGeom>
        </p:spPr>
      </p:pic>
      <p:pic>
        <p:nvPicPr>
          <p:cNvPr id="7" name="Image 5" descr="preencoded.png">
            <a:extLst>
              <a:ext uri="{FF2B5EF4-FFF2-40B4-BE49-F238E27FC236}">
                <a16:creationId xmlns:a16="http://schemas.microsoft.com/office/drawing/2014/main" id="{C988BA64-465C-D9DD-1774-2769A3C86846}"/>
              </a:ext>
            </a:extLst>
          </p:cNvPr>
          <p:cNvPicPr>
            <a:picLocks noChangeAspect="1"/>
          </p:cNvPicPr>
          <p:nvPr/>
        </p:nvPicPr>
        <p:blipFill>
          <a:blip r:embed="rId7"/>
          <a:stretch>
            <a:fillRect/>
          </a:stretch>
        </p:blipFill>
        <p:spPr>
          <a:xfrm>
            <a:off x="2551281" y="3396294"/>
            <a:ext cx="543464" cy="543464"/>
          </a:xfrm>
          <a:prstGeom prst="rect">
            <a:avLst/>
          </a:prstGeom>
        </p:spPr>
      </p:pic>
      <p:sp>
        <p:nvSpPr>
          <p:cNvPr id="14" name="Text 0">
            <a:extLst>
              <a:ext uri="{FF2B5EF4-FFF2-40B4-BE49-F238E27FC236}">
                <a16:creationId xmlns:a16="http://schemas.microsoft.com/office/drawing/2014/main" id="{F2F88987-969C-F6C5-E264-3E6A133C2B6A}"/>
              </a:ext>
            </a:extLst>
          </p:cNvPr>
          <p:cNvSpPr/>
          <p:nvPr/>
        </p:nvSpPr>
        <p:spPr>
          <a:xfrm>
            <a:off x="4126662" y="284672"/>
            <a:ext cx="3938528" cy="304802"/>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Question</a:t>
            </a:r>
            <a:endParaRPr lang="en-US" sz="2700" dirty="0"/>
          </a:p>
        </p:txBody>
      </p:sp>
      <p:sp>
        <p:nvSpPr>
          <p:cNvPr id="15" name="Text 1">
            <a:extLst>
              <a:ext uri="{FF2B5EF4-FFF2-40B4-BE49-F238E27FC236}">
                <a16:creationId xmlns:a16="http://schemas.microsoft.com/office/drawing/2014/main" id="{5C3F35FF-2B64-31BD-CC66-C0056BC79F17}"/>
              </a:ext>
            </a:extLst>
          </p:cNvPr>
          <p:cNvSpPr/>
          <p:nvPr/>
        </p:nvSpPr>
        <p:spPr>
          <a:xfrm>
            <a:off x="514349" y="1112101"/>
            <a:ext cx="11413491" cy="662792"/>
          </a:xfrm>
          <a:prstGeom prst="rect">
            <a:avLst/>
          </a:prstGeom>
          <a:noFill/>
          <a:ln/>
        </p:spPr>
        <p:txBody>
          <a:bodyPr vert="horz" wrap="square" lIns="0" tIns="0" rIns="0" bIns="0" rtlCol="0" anchor="t"/>
          <a:lstStyle/>
          <a:p>
            <a:pPr algn="just"/>
            <a:r>
              <a:rPr lang="en-US" sz="3500" dirty="0"/>
              <a:t> 7. Which type of tournament format is most appropriate if you have a large number of participants but limited time and facilities?</a:t>
            </a:r>
          </a:p>
        </p:txBody>
      </p:sp>
      <p:sp>
        <p:nvSpPr>
          <p:cNvPr id="16" name="Text 2">
            <a:extLst>
              <a:ext uri="{FF2B5EF4-FFF2-40B4-BE49-F238E27FC236}">
                <a16:creationId xmlns:a16="http://schemas.microsoft.com/office/drawing/2014/main" id="{809AEDC4-836C-5CB9-B841-BF3C01FC5205}"/>
              </a:ext>
            </a:extLst>
          </p:cNvPr>
          <p:cNvSpPr/>
          <p:nvPr/>
        </p:nvSpPr>
        <p:spPr>
          <a:xfrm>
            <a:off x="2679127" y="3608722"/>
            <a:ext cx="454074"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A</a:t>
            </a:r>
            <a:endParaRPr lang="en-US" sz="3500" dirty="0"/>
          </a:p>
        </p:txBody>
      </p:sp>
      <p:sp>
        <p:nvSpPr>
          <p:cNvPr id="17" name="Text 3">
            <a:extLst>
              <a:ext uri="{FF2B5EF4-FFF2-40B4-BE49-F238E27FC236}">
                <a16:creationId xmlns:a16="http://schemas.microsoft.com/office/drawing/2014/main" id="{C48A7CA7-F8E2-45D1-0E52-77E20E0BD5F3}"/>
              </a:ext>
            </a:extLst>
          </p:cNvPr>
          <p:cNvSpPr/>
          <p:nvPr/>
        </p:nvSpPr>
        <p:spPr>
          <a:xfrm>
            <a:off x="3802846" y="3633522"/>
            <a:ext cx="8834851" cy="543464"/>
          </a:xfrm>
          <a:prstGeom prst="rect">
            <a:avLst/>
          </a:prstGeom>
          <a:noFill/>
          <a:ln/>
        </p:spPr>
        <p:txBody>
          <a:bodyPr vert="horz" wrap="square" lIns="0" tIns="0" rIns="0" bIns="0" rtlCol="0" anchor="t"/>
          <a:lstStyle/>
          <a:p>
            <a:pPr>
              <a:lnSpc>
                <a:spcPts val="2100"/>
              </a:lnSpc>
            </a:pPr>
            <a:r>
              <a:rPr lang="en-PH" sz="3500" dirty="0"/>
              <a:t>Double Elimination</a:t>
            </a:r>
            <a:endParaRPr lang="en-US" sz="3500" dirty="0"/>
          </a:p>
        </p:txBody>
      </p:sp>
      <p:pic>
        <p:nvPicPr>
          <p:cNvPr id="25" name="Image 4" descr="preencoded.png">
            <a:extLst>
              <a:ext uri="{FF2B5EF4-FFF2-40B4-BE49-F238E27FC236}">
                <a16:creationId xmlns:a16="http://schemas.microsoft.com/office/drawing/2014/main" id="{22FBA18C-27D8-A8D6-D2A1-59CD60C3B11D}"/>
              </a:ext>
            </a:extLst>
          </p:cNvPr>
          <p:cNvPicPr>
            <a:picLocks noChangeAspect="1"/>
          </p:cNvPicPr>
          <p:nvPr/>
        </p:nvPicPr>
        <p:blipFill>
          <a:blip r:embed="rId6"/>
          <a:stretch>
            <a:fillRect/>
          </a:stretch>
        </p:blipFill>
        <p:spPr>
          <a:xfrm>
            <a:off x="2425100" y="4291820"/>
            <a:ext cx="9048031" cy="650935"/>
          </a:xfrm>
          <a:prstGeom prst="rect">
            <a:avLst/>
          </a:prstGeom>
        </p:spPr>
      </p:pic>
      <p:sp>
        <p:nvSpPr>
          <p:cNvPr id="26" name="Text 3">
            <a:extLst>
              <a:ext uri="{FF2B5EF4-FFF2-40B4-BE49-F238E27FC236}">
                <a16:creationId xmlns:a16="http://schemas.microsoft.com/office/drawing/2014/main" id="{CFFD0EB2-F248-7405-51FE-2F4F24A3FF94}"/>
              </a:ext>
            </a:extLst>
          </p:cNvPr>
          <p:cNvSpPr/>
          <p:nvPr/>
        </p:nvSpPr>
        <p:spPr>
          <a:xfrm>
            <a:off x="3802846" y="4370547"/>
            <a:ext cx="8834851" cy="543464"/>
          </a:xfrm>
          <a:prstGeom prst="rect">
            <a:avLst/>
          </a:prstGeom>
          <a:noFill/>
          <a:ln/>
        </p:spPr>
        <p:txBody>
          <a:bodyPr vert="horz" wrap="square" lIns="0" tIns="0" rIns="0" bIns="0" rtlCol="0" anchor="t"/>
          <a:lstStyle/>
          <a:p>
            <a:r>
              <a:rPr lang="en-PH" sz="3500" dirty="0"/>
              <a:t>Ladder Tournament</a:t>
            </a:r>
          </a:p>
        </p:txBody>
      </p:sp>
      <p:pic>
        <p:nvPicPr>
          <p:cNvPr id="27" name="Image 4" descr="preencoded.png">
            <a:extLst>
              <a:ext uri="{FF2B5EF4-FFF2-40B4-BE49-F238E27FC236}">
                <a16:creationId xmlns:a16="http://schemas.microsoft.com/office/drawing/2014/main" id="{0D2FA51C-5D02-4EBD-DAFD-D25D14EFA59B}"/>
              </a:ext>
            </a:extLst>
          </p:cNvPr>
          <p:cNvPicPr>
            <a:picLocks noChangeAspect="1"/>
          </p:cNvPicPr>
          <p:nvPr/>
        </p:nvPicPr>
        <p:blipFill>
          <a:blip r:embed="rId6"/>
          <a:stretch>
            <a:fillRect/>
          </a:stretch>
        </p:blipFill>
        <p:spPr>
          <a:xfrm>
            <a:off x="2425100" y="5196160"/>
            <a:ext cx="9048031" cy="650935"/>
          </a:xfrm>
          <a:prstGeom prst="rect">
            <a:avLst/>
          </a:prstGeom>
        </p:spPr>
      </p:pic>
      <p:sp>
        <p:nvSpPr>
          <p:cNvPr id="28" name="Text 3">
            <a:extLst>
              <a:ext uri="{FF2B5EF4-FFF2-40B4-BE49-F238E27FC236}">
                <a16:creationId xmlns:a16="http://schemas.microsoft.com/office/drawing/2014/main" id="{863178A7-4B61-BBDD-F864-D0B43BDC6F8B}"/>
              </a:ext>
            </a:extLst>
          </p:cNvPr>
          <p:cNvSpPr/>
          <p:nvPr/>
        </p:nvSpPr>
        <p:spPr>
          <a:xfrm>
            <a:off x="3802846" y="5481915"/>
            <a:ext cx="8834851" cy="543464"/>
          </a:xfrm>
          <a:prstGeom prst="rect">
            <a:avLst/>
          </a:prstGeom>
          <a:noFill/>
          <a:ln/>
        </p:spPr>
        <p:txBody>
          <a:bodyPr vert="horz" wrap="square" lIns="0" tIns="0" rIns="0" bIns="0" rtlCol="0" anchor="t"/>
          <a:lstStyle/>
          <a:p>
            <a:pPr>
              <a:lnSpc>
                <a:spcPts val="2100"/>
              </a:lnSpc>
            </a:pPr>
            <a:r>
              <a:rPr lang="en-PH" sz="3500" dirty="0"/>
              <a:t>Round Robin</a:t>
            </a:r>
            <a:endParaRPr lang="en-US" sz="3500" dirty="0"/>
          </a:p>
        </p:txBody>
      </p:sp>
      <p:pic>
        <p:nvPicPr>
          <p:cNvPr id="29" name="Image 4" descr="preencoded.png">
            <a:extLst>
              <a:ext uri="{FF2B5EF4-FFF2-40B4-BE49-F238E27FC236}">
                <a16:creationId xmlns:a16="http://schemas.microsoft.com/office/drawing/2014/main" id="{BAC82D8B-971A-2318-639E-89F0EACFD543}"/>
              </a:ext>
            </a:extLst>
          </p:cNvPr>
          <p:cNvPicPr>
            <a:picLocks noChangeAspect="1"/>
          </p:cNvPicPr>
          <p:nvPr/>
        </p:nvPicPr>
        <p:blipFill>
          <a:blip r:embed="rId6"/>
          <a:stretch>
            <a:fillRect/>
          </a:stretch>
        </p:blipFill>
        <p:spPr>
          <a:xfrm>
            <a:off x="2425100" y="6110928"/>
            <a:ext cx="9048031" cy="650935"/>
          </a:xfrm>
          <a:prstGeom prst="rect">
            <a:avLst/>
          </a:prstGeom>
        </p:spPr>
      </p:pic>
      <p:sp>
        <p:nvSpPr>
          <p:cNvPr id="30" name="Text 3">
            <a:extLst>
              <a:ext uri="{FF2B5EF4-FFF2-40B4-BE49-F238E27FC236}">
                <a16:creationId xmlns:a16="http://schemas.microsoft.com/office/drawing/2014/main" id="{113D969F-9C57-B00C-462E-54BAFBCB697C}"/>
              </a:ext>
            </a:extLst>
          </p:cNvPr>
          <p:cNvSpPr/>
          <p:nvPr/>
        </p:nvSpPr>
        <p:spPr>
          <a:xfrm>
            <a:off x="3802846" y="6172402"/>
            <a:ext cx="8834851" cy="543464"/>
          </a:xfrm>
          <a:prstGeom prst="rect">
            <a:avLst/>
          </a:prstGeom>
          <a:noFill/>
          <a:ln/>
        </p:spPr>
        <p:txBody>
          <a:bodyPr vert="horz" wrap="square" lIns="0" tIns="0" rIns="0" bIns="0" rtlCol="0" anchor="t"/>
          <a:lstStyle/>
          <a:p>
            <a:r>
              <a:rPr lang="en-PH" sz="3500" dirty="0"/>
              <a:t>Single Elimination</a:t>
            </a:r>
          </a:p>
        </p:txBody>
      </p:sp>
      <p:pic>
        <p:nvPicPr>
          <p:cNvPr id="9" name="Image 7" descr="preencoded.png">
            <a:extLst>
              <a:ext uri="{FF2B5EF4-FFF2-40B4-BE49-F238E27FC236}">
                <a16:creationId xmlns:a16="http://schemas.microsoft.com/office/drawing/2014/main" id="{76068C00-982D-EC53-1231-55754E719BB3}"/>
              </a:ext>
            </a:extLst>
          </p:cNvPr>
          <p:cNvPicPr>
            <a:picLocks noChangeAspect="1"/>
          </p:cNvPicPr>
          <p:nvPr/>
        </p:nvPicPr>
        <p:blipFill>
          <a:blip r:embed="rId8"/>
          <a:stretch>
            <a:fillRect/>
          </a:stretch>
        </p:blipFill>
        <p:spPr>
          <a:xfrm>
            <a:off x="2563859" y="4333153"/>
            <a:ext cx="543464" cy="543464"/>
          </a:xfrm>
          <a:prstGeom prst="rect">
            <a:avLst/>
          </a:prstGeom>
        </p:spPr>
      </p:pic>
      <p:sp>
        <p:nvSpPr>
          <p:cNvPr id="18" name="Text 4">
            <a:extLst>
              <a:ext uri="{FF2B5EF4-FFF2-40B4-BE49-F238E27FC236}">
                <a16:creationId xmlns:a16="http://schemas.microsoft.com/office/drawing/2014/main" id="{3D408B8A-CED0-ED0F-ACB7-EA2C2804BFE4}"/>
              </a:ext>
            </a:extLst>
          </p:cNvPr>
          <p:cNvSpPr/>
          <p:nvPr/>
        </p:nvSpPr>
        <p:spPr>
          <a:xfrm>
            <a:off x="2693973" y="4557437"/>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B</a:t>
            </a:r>
            <a:endParaRPr lang="en-US" sz="3500" dirty="0"/>
          </a:p>
        </p:txBody>
      </p:sp>
      <p:pic>
        <p:nvPicPr>
          <p:cNvPr id="11" name="Image 9" descr="preencoded.png">
            <a:extLst>
              <a:ext uri="{FF2B5EF4-FFF2-40B4-BE49-F238E27FC236}">
                <a16:creationId xmlns:a16="http://schemas.microsoft.com/office/drawing/2014/main" id="{3C85EC56-A0AD-0343-19BB-F35A498E030B}"/>
              </a:ext>
            </a:extLst>
          </p:cNvPr>
          <p:cNvPicPr>
            <a:picLocks noChangeAspect="1"/>
          </p:cNvPicPr>
          <p:nvPr/>
        </p:nvPicPr>
        <p:blipFill>
          <a:blip r:embed="rId9"/>
          <a:stretch>
            <a:fillRect/>
          </a:stretch>
        </p:blipFill>
        <p:spPr>
          <a:xfrm>
            <a:off x="2557547" y="5249166"/>
            <a:ext cx="543464" cy="543464"/>
          </a:xfrm>
          <a:prstGeom prst="rect">
            <a:avLst/>
          </a:prstGeom>
        </p:spPr>
      </p:pic>
      <p:sp>
        <p:nvSpPr>
          <p:cNvPr id="20" name="Text 6">
            <a:extLst>
              <a:ext uri="{FF2B5EF4-FFF2-40B4-BE49-F238E27FC236}">
                <a16:creationId xmlns:a16="http://schemas.microsoft.com/office/drawing/2014/main" id="{D3B0F264-0923-5F48-90F8-1A96B8C881CF}"/>
              </a:ext>
            </a:extLst>
          </p:cNvPr>
          <p:cNvSpPr/>
          <p:nvPr/>
        </p:nvSpPr>
        <p:spPr>
          <a:xfrm>
            <a:off x="2685347" y="5493044"/>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C</a:t>
            </a:r>
            <a:endParaRPr lang="en-US" sz="3500" dirty="0"/>
          </a:p>
        </p:txBody>
      </p:sp>
      <p:pic>
        <p:nvPicPr>
          <p:cNvPr id="13" name="Image 11" descr="preencoded.png">
            <a:extLst>
              <a:ext uri="{FF2B5EF4-FFF2-40B4-BE49-F238E27FC236}">
                <a16:creationId xmlns:a16="http://schemas.microsoft.com/office/drawing/2014/main" id="{D3482D89-197F-113F-C1CC-9B1F0072BF82}"/>
              </a:ext>
            </a:extLst>
          </p:cNvPr>
          <p:cNvPicPr>
            <a:picLocks noChangeAspect="1"/>
          </p:cNvPicPr>
          <p:nvPr/>
        </p:nvPicPr>
        <p:blipFill>
          <a:blip r:embed="rId10"/>
          <a:stretch>
            <a:fillRect/>
          </a:stretch>
        </p:blipFill>
        <p:spPr>
          <a:xfrm>
            <a:off x="2572485" y="6130141"/>
            <a:ext cx="543464" cy="543464"/>
          </a:xfrm>
          <a:prstGeom prst="rect">
            <a:avLst/>
          </a:prstGeom>
        </p:spPr>
      </p:pic>
      <p:sp>
        <p:nvSpPr>
          <p:cNvPr id="22" name="Text 8">
            <a:extLst>
              <a:ext uri="{FF2B5EF4-FFF2-40B4-BE49-F238E27FC236}">
                <a16:creationId xmlns:a16="http://schemas.microsoft.com/office/drawing/2014/main" id="{E02AED99-6D24-FF1F-F3E4-1BC56518743A}"/>
              </a:ext>
            </a:extLst>
          </p:cNvPr>
          <p:cNvSpPr/>
          <p:nvPr/>
        </p:nvSpPr>
        <p:spPr>
          <a:xfrm>
            <a:off x="2706165" y="6363053"/>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D</a:t>
            </a:r>
            <a:endParaRPr lang="en-US" sz="3500" dirty="0"/>
          </a:p>
        </p:txBody>
      </p:sp>
      <p:pic>
        <p:nvPicPr>
          <p:cNvPr id="3" name="Image 4" descr="preencoded.png">
            <a:extLst>
              <a:ext uri="{FF2B5EF4-FFF2-40B4-BE49-F238E27FC236}">
                <a16:creationId xmlns:a16="http://schemas.microsoft.com/office/drawing/2014/main" id="{D62241DE-C305-46F9-81EF-5DA33994997B}"/>
              </a:ext>
            </a:extLst>
          </p:cNvPr>
          <p:cNvPicPr>
            <a:picLocks noChangeAspect="1"/>
          </p:cNvPicPr>
          <p:nvPr/>
        </p:nvPicPr>
        <p:blipFill>
          <a:blip r:embed="rId11"/>
          <a:stretch>
            <a:fillRect/>
          </a:stretch>
        </p:blipFill>
        <p:spPr>
          <a:xfrm>
            <a:off x="1155940" y="6070810"/>
            <a:ext cx="631174" cy="631174"/>
          </a:xfrm>
          <a:prstGeom prst="rect">
            <a:avLst/>
          </a:prstGeom>
        </p:spPr>
      </p:pic>
      <p:pic>
        <p:nvPicPr>
          <p:cNvPr id="8" name="Image 5" descr="preencoded.png">
            <a:extLst>
              <a:ext uri="{FF2B5EF4-FFF2-40B4-BE49-F238E27FC236}">
                <a16:creationId xmlns:a16="http://schemas.microsoft.com/office/drawing/2014/main" id="{21F8A49D-599F-AFAC-6BEA-4F93DC8925D0}"/>
              </a:ext>
            </a:extLst>
          </p:cNvPr>
          <p:cNvPicPr>
            <a:picLocks noChangeAspect="1"/>
          </p:cNvPicPr>
          <p:nvPr/>
        </p:nvPicPr>
        <p:blipFill>
          <a:blip r:embed="rId12"/>
          <a:stretch>
            <a:fillRect/>
          </a:stretch>
        </p:blipFill>
        <p:spPr>
          <a:xfrm>
            <a:off x="1293962" y="6204357"/>
            <a:ext cx="358903" cy="398781"/>
          </a:xfrm>
          <a:prstGeom prst="rect">
            <a:avLst/>
          </a:prstGeom>
        </p:spPr>
      </p:pic>
    </p:spTree>
    <p:extLst>
      <p:ext uri="{BB962C8B-B14F-4D97-AF65-F5344CB8AC3E}">
        <p14:creationId xmlns:p14="http://schemas.microsoft.com/office/powerpoint/2010/main" val="235162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5804A-0B8C-B9A4-1A44-39FFD3D57E6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3DBF2CC-922E-BA18-17A0-D8EB4284F6F8}"/>
              </a:ext>
            </a:extLst>
          </p:cNvPr>
          <p:cNvPicPr>
            <a:picLocks noChangeAspect="1"/>
          </p:cNvPicPr>
          <p:nvPr/>
        </p:nvPicPr>
        <p:blipFill>
          <a:blip r:embed="rId3"/>
          <a:stretch>
            <a:fillRect/>
          </a:stretch>
        </p:blipFill>
        <p:spPr>
          <a:xfrm>
            <a:off x="0" y="-34504"/>
            <a:ext cx="12192000" cy="7098506"/>
          </a:xfrm>
          <a:prstGeom prst="rect">
            <a:avLst/>
          </a:prstGeom>
        </p:spPr>
      </p:pic>
      <p:pic>
        <p:nvPicPr>
          <p:cNvPr id="3" name="Image 1" descr="preencoded.png">
            <a:extLst>
              <a:ext uri="{FF2B5EF4-FFF2-40B4-BE49-F238E27FC236}">
                <a16:creationId xmlns:a16="http://schemas.microsoft.com/office/drawing/2014/main" id="{9FC8DA03-DAE7-CD13-90C9-3D95F2830159}"/>
              </a:ext>
            </a:extLst>
          </p:cNvPr>
          <p:cNvPicPr>
            <a:picLocks noChangeAspect="1"/>
          </p:cNvPicPr>
          <p:nvPr/>
        </p:nvPicPr>
        <p:blipFill>
          <a:blip r:embed="rId4"/>
          <a:stretch>
            <a:fillRect/>
          </a:stretch>
        </p:blipFill>
        <p:spPr>
          <a:xfrm>
            <a:off x="3888730" y="457200"/>
            <a:ext cx="342900" cy="342900"/>
          </a:xfrm>
          <a:prstGeom prst="rect">
            <a:avLst/>
          </a:prstGeom>
        </p:spPr>
      </p:pic>
      <p:pic>
        <p:nvPicPr>
          <p:cNvPr id="4" name="Image 2" descr="preencoded.png">
            <a:extLst>
              <a:ext uri="{FF2B5EF4-FFF2-40B4-BE49-F238E27FC236}">
                <a16:creationId xmlns:a16="http://schemas.microsoft.com/office/drawing/2014/main" id="{3CE4E616-988D-A1BC-B5B4-A9EE643773C9}"/>
              </a:ext>
            </a:extLst>
          </p:cNvPr>
          <p:cNvPicPr>
            <a:picLocks noChangeAspect="1"/>
          </p:cNvPicPr>
          <p:nvPr/>
        </p:nvPicPr>
        <p:blipFill>
          <a:blip r:embed="rId5"/>
          <a:stretch>
            <a:fillRect/>
          </a:stretch>
        </p:blipFill>
        <p:spPr>
          <a:xfrm>
            <a:off x="5638800" y="990600"/>
            <a:ext cx="914400" cy="38100"/>
          </a:xfrm>
          <a:prstGeom prst="rect">
            <a:avLst/>
          </a:prstGeom>
        </p:spPr>
      </p:pic>
      <p:pic>
        <p:nvPicPr>
          <p:cNvPr id="8" name="Image 6" descr="preencoded.png">
            <a:extLst>
              <a:ext uri="{FF2B5EF4-FFF2-40B4-BE49-F238E27FC236}">
                <a16:creationId xmlns:a16="http://schemas.microsoft.com/office/drawing/2014/main" id="{DF6DCDF7-A4CE-A6F9-F30F-B2B47125762B}"/>
              </a:ext>
            </a:extLst>
          </p:cNvPr>
          <p:cNvPicPr>
            <a:picLocks noChangeAspect="1"/>
          </p:cNvPicPr>
          <p:nvPr/>
        </p:nvPicPr>
        <p:blipFill>
          <a:blip r:embed="rId6"/>
          <a:stretch>
            <a:fillRect/>
          </a:stretch>
        </p:blipFill>
        <p:spPr>
          <a:xfrm>
            <a:off x="370936" y="1295400"/>
            <a:ext cx="11473132" cy="5562600"/>
          </a:xfrm>
          <a:prstGeom prst="rect">
            <a:avLst/>
          </a:prstGeom>
        </p:spPr>
      </p:pic>
      <p:sp>
        <p:nvSpPr>
          <p:cNvPr id="12" name="Text 0">
            <a:extLst>
              <a:ext uri="{FF2B5EF4-FFF2-40B4-BE49-F238E27FC236}">
                <a16:creationId xmlns:a16="http://schemas.microsoft.com/office/drawing/2014/main" id="{AD57A6F6-F0F6-37BB-EB10-2504BAA6AD10}"/>
              </a:ext>
            </a:extLst>
          </p:cNvPr>
          <p:cNvSpPr/>
          <p:nvPr/>
        </p:nvSpPr>
        <p:spPr>
          <a:xfrm>
            <a:off x="3447276" y="457200"/>
            <a:ext cx="5297448"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 Answer Explanation</a:t>
            </a:r>
            <a:endParaRPr lang="en-US" sz="2700" dirty="0"/>
          </a:p>
        </p:txBody>
      </p:sp>
      <p:sp>
        <p:nvSpPr>
          <p:cNvPr id="5" name="Text 1">
            <a:extLst>
              <a:ext uri="{FF2B5EF4-FFF2-40B4-BE49-F238E27FC236}">
                <a16:creationId xmlns:a16="http://schemas.microsoft.com/office/drawing/2014/main" id="{3F2C215F-AC02-88C3-D869-C24B5605DB25}"/>
              </a:ext>
            </a:extLst>
          </p:cNvPr>
          <p:cNvSpPr/>
          <p:nvPr/>
        </p:nvSpPr>
        <p:spPr>
          <a:xfrm>
            <a:off x="557479" y="1479455"/>
            <a:ext cx="11413491" cy="662792"/>
          </a:xfrm>
          <a:prstGeom prst="rect">
            <a:avLst/>
          </a:prstGeom>
          <a:noFill/>
          <a:ln/>
        </p:spPr>
        <p:txBody>
          <a:bodyPr vert="horz" wrap="square" lIns="0" tIns="0" rIns="0" bIns="0" rtlCol="0" anchor="t"/>
          <a:lstStyle/>
          <a:p>
            <a:r>
              <a:rPr lang="en-US" sz="3000" dirty="0"/>
              <a:t>Tournament Formats (Single Elimination)</a:t>
            </a:r>
          </a:p>
          <a:p>
            <a:endParaRPr lang="en-US" sz="3000" dirty="0"/>
          </a:p>
          <a:p>
            <a:r>
              <a:rPr lang="en-US" sz="3000" dirty="0"/>
              <a:t>Correct (</a:t>
            </a:r>
            <a:r>
              <a:rPr lang="en-US" sz="3000" b="1" dirty="0"/>
              <a:t>Single Elimination</a:t>
            </a:r>
            <a:r>
              <a:rPr lang="en-US" sz="3000" dirty="0"/>
              <a:t>): Every game cuts the number of teams in half It is the fastest way to find a winner.</a:t>
            </a:r>
          </a:p>
          <a:p>
            <a:endParaRPr lang="en-US" sz="3000" dirty="0"/>
          </a:p>
          <a:p>
            <a:r>
              <a:rPr lang="en-US" sz="3000" dirty="0"/>
              <a:t>Incorrect: </a:t>
            </a:r>
            <a:r>
              <a:rPr lang="en-US" sz="3000" b="1" dirty="0"/>
              <a:t>Round Robin </a:t>
            </a:r>
            <a:r>
              <a:rPr lang="en-US" sz="3000" dirty="0"/>
              <a:t>takes the longest (everyone plays everyone); 		        </a:t>
            </a:r>
            <a:r>
              <a:rPr lang="en-US" sz="3000" b="1" dirty="0"/>
              <a:t>Double Elimination </a:t>
            </a:r>
            <a:r>
              <a:rPr lang="en-US" sz="3000" dirty="0"/>
              <a:t>takes twice as long as single; </a:t>
            </a:r>
          </a:p>
          <a:p>
            <a:r>
              <a:rPr lang="en-US" sz="3000" dirty="0"/>
              <a:t>	        </a:t>
            </a:r>
            <a:r>
              <a:rPr lang="en-US" sz="3000" b="1" dirty="0"/>
              <a:t>Ladder</a:t>
            </a:r>
            <a:r>
              <a:rPr lang="en-US" sz="3000" dirty="0"/>
              <a:t> has no set end date.</a:t>
            </a:r>
          </a:p>
        </p:txBody>
      </p:sp>
    </p:spTree>
    <p:extLst>
      <p:ext uri="{BB962C8B-B14F-4D97-AF65-F5344CB8AC3E}">
        <p14:creationId xmlns:p14="http://schemas.microsoft.com/office/powerpoint/2010/main" val="2194765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9E187-E143-1CF7-9A11-D1CA1E48938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321803B-0FA3-95A5-AAFE-996C3A92BDFA}"/>
              </a:ext>
            </a:extLst>
          </p:cNvPr>
          <p:cNvPicPr>
            <a:picLocks noChangeAspect="1"/>
          </p:cNvPicPr>
          <p:nvPr/>
        </p:nvPicPr>
        <p:blipFill>
          <a:blip r:embed="rId3"/>
          <a:stretch>
            <a:fillRect/>
          </a:stretch>
        </p:blipFill>
        <p:spPr>
          <a:xfrm>
            <a:off x="0" y="-172529"/>
            <a:ext cx="12192000" cy="7220309"/>
          </a:xfrm>
          <a:prstGeom prst="rect">
            <a:avLst/>
          </a:prstGeom>
        </p:spPr>
      </p:pic>
      <p:pic>
        <p:nvPicPr>
          <p:cNvPr id="4" name="Image 2" descr="preencoded.png">
            <a:extLst>
              <a:ext uri="{FF2B5EF4-FFF2-40B4-BE49-F238E27FC236}">
                <a16:creationId xmlns:a16="http://schemas.microsoft.com/office/drawing/2014/main" id="{D72B04C4-247D-B66E-0CAA-19221A998590}"/>
              </a:ext>
            </a:extLst>
          </p:cNvPr>
          <p:cNvPicPr>
            <a:picLocks noChangeAspect="1"/>
          </p:cNvPicPr>
          <p:nvPr/>
        </p:nvPicPr>
        <p:blipFill>
          <a:blip r:embed="rId4"/>
          <a:stretch>
            <a:fillRect/>
          </a:stretch>
        </p:blipFill>
        <p:spPr>
          <a:xfrm>
            <a:off x="5638651" y="747084"/>
            <a:ext cx="914400" cy="38100"/>
          </a:xfrm>
          <a:prstGeom prst="rect">
            <a:avLst/>
          </a:prstGeom>
        </p:spPr>
      </p:pic>
      <p:pic>
        <p:nvPicPr>
          <p:cNvPr id="5" name="Image 3" descr="preencoded.png">
            <a:extLst>
              <a:ext uri="{FF2B5EF4-FFF2-40B4-BE49-F238E27FC236}">
                <a16:creationId xmlns:a16="http://schemas.microsoft.com/office/drawing/2014/main" id="{DAF3EBB9-6BC9-EF9A-4844-6B46D06001DC}"/>
              </a:ext>
            </a:extLst>
          </p:cNvPr>
          <p:cNvPicPr>
            <a:picLocks noChangeAspect="1"/>
          </p:cNvPicPr>
          <p:nvPr/>
        </p:nvPicPr>
        <p:blipFill>
          <a:blip r:embed="rId5"/>
          <a:stretch>
            <a:fillRect/>
          </a:stretch>
        </p:blipFill>
        <p:spPr>
          <a:xfrm>
            <a:off x="264159" y="862286"/>
            <a:ext cx="11855953" cy="2152650"/>
          </a:xfrm>
          <a:prstGeom prst="rect">
            <a:avLst/>
          </a:prstGeom>
        </p:spPr>
      </p:pic>
      <p:pic>
        <p:nvPicPr>
          <p:cNvPr id="6" name="Image 4" descr="preencoded.png">
            <a:extLst>
              <a:ext uri="{FF2B5EF4-FFF2-40B4-BE49-F238E27FC236}">
                <a16:creationId xmlns:a16="http://schemas.microsoft.com/office/drawing/2014/main" id="{676AFD12-641F-4EBC-24F3-BE2330C98DFF}"/>
              </a:ext>
            </a:extLst>
          </p:cNvPr>
          <p:cNvPicPr>
            <a:picLocks noChangeAspect="1"/>
          </p:cNvPicPr>
          <p:nvPr/>
        </p:nvPicPr>
        <p:blipFill>
          <a:blip r:embed="rId6"/>
          <a:stretch>
            <a:fillRect/>
          </a:stretch>
        </p:blipFill>
        <p:spPr>
          <a:xfrm>
            <a:off x="2425100" y="3347767"/>
            <a:ext cx="9048031" cy="650935"/>
          </a:xfrm>
          <a:prstGeom prst="rect">
            <a:avLst/>
          </a:prstGeom>
        </p:spPr>
      </p:pic>
      <p:pic>
        <p:nvPicPr>
          <p:cNvPr id="7" name="Image 5" descr="preencoded.png">
            <a:extLst>
              <a:ext uri="{FF2B5EF4-FFF2-40B4-BE49-F238E27FC236}">
                <a16:creationId xmlns:a16="http://schemas.microsoft.com/office/drawing/2014/main" id="{6BF5C7BD-41D1-D911-EF82-35CBFD330AA4}"/>
              </a:ext>
            </a:extLst>
          </p:cNvPr>
          <p:cNvPicPr>
            <a:picLocks noChangeAspect="1"/>
          </p:cNvPicPr>
          <p:nvPr/>
        </p:nvPicPr>
        <p:blipFill>
          <a:blip r:embed="rId7"/>
          <a:stretch>
            <a:fillRect/>
          </a:stretch>
        </p:blipFill>
        <p:spPr>
          <a:xfrm>
            <a:off x="2551281" y="3396294"/>
            <a:ext cx="543464" cy="543464"/>
          </a:xfrm>
          <a:prstGeom prst="rect">
            <a:avLst/>
          </a:prstGeom>
        </p:spPr>
      </p:pic>
      <p:sp>
        <p:nvSpPr>
          <p:cNvPr id="14" name="Text 0">
            <a:extLst>
              <a:ext uri="{FF2B5EF4-FFF2-40B4-BE49-F238E27FC236}">
                <a16:creationId xmlns:a16="http://schemas.microsoft.com/office/drawing/2014/main" id="{95105484-6100-5799-A2BD-C4D528541FAF}"/>
              </a:ext>
            </a:extLst>
          </p:cNvPr>
          <p:cNvSpPr/>
          <p:nvPr/>
        </p:nvSpPr>
        <p:spPr>
          <a:xfrm>
            <a:off x="4126662" y="284672"/>
            <a:ext cx="3938528" cy="304802"/>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Question</a:t>
            </a:r>
            <a:endParaRPr lang="en-US" sz="2700" dirty="0"/>
          </a:p>
        </p:txBody>
      </p:sp>
      <p:sp>
        <p:nvSpPr>
          <p:cNvPr id="15" name="Text 1">
            <a:extLst>
              <a:ext uri="{FF2B5EF4-FFF2-40B4-BE49-F238E27FC236}">
                <a16:creationId xmlns:a16="http://schemas.microsoft.com/office/drawing/2014/main" id="{8BE7F1E3-9305-D9E4-A645-0DBDDBB0C448}"/>
              </a:ext>
            </a:extLst>
          </p:cNvPr>
          <p:cNvSpPr/>
          <p:nvPr/>
        </p:nvSpPr>
        <p:spPr>
          <a:xfrm>
            <a:off x="514349" y="1112101"/>
            <a:ext cx="11413491" cy="662792"/>
          </a:xfrm>
          <a:prstGeom prst="rect">
            <a:avLst/>
          </a:prstGeom>
          <a:noFill/>
          <a:ln/>
        </p:spPr>
        <p:txBody>
          <a:bodyPr vert="horz" wrap="square" lIns="0" tIns="0" rIns="0" bIns="0" rtlCol="0" anchor="t"/>
          <a:lstStyle/>
          <a:p>
            <a:pPr algn="just"/>
            <a:r>
              <a:rPr lang="en-US" sz="3500" dirty="0"/>
              <a:t> 8. During a snorkeling activity, a student encounters a strong current pushing them away from the boat. What is the recommended safety action?</a:t>
            </a:r>
          </a:p>
          <a:p>
            <a:pPr algn="just"/>
            <a:endParaRPr lang="en-US" sz="3500" dirty="0"/>
          </a:p>
        </p:txBody>
      </p:sp>
      <p:sp>
        <p:nvSpPr>
          <p:cNvPr id="16" name="Text 2">
            <a:extLst>
              <a:ext uri="{FF2B5EF4-FFF2-40B4-BE49-F238E27FC236}">
                <a16:creationId xmlns:a16="http://schemas.microsoft.com/office/drawing/2014/main" id="{707F92FD-3887-D025-BAA2-5A564738E39D}"/>
              </a:ext>
            </a:extLst>
          </p:cNvPr>
          <p:cNvSpPr/>
          <p:nvPr/>
        </p:nvSpPr>
        <p:spPr>
          <a:xfrm>
            <a:off x="2679127" y="3608722"/>
            <a:ext cx="454074"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A</a:t>
            </a:r>
            <a:endParaRPr lang="en-US" sz="3500" dirty="0"/>
          </a:p>
        </p:txBody>
      </p:sp>
      <p:sp>
        <p:nvSpPr>
          <p:cNvPr id="17" name="Text 3">
            <a:extLst>
              <a:ext uri="{FF2B5EF4-FFF2-40B4-BE49-F238E27FC236}">
                <a16:creationId xmlns:a16="http://schemas.microsoft.com/office/drawing/2014/main" id="{04146234-8BF6-ADD2-D14A-EA0E11E774CE}"/>
              </a:ext>
            </a:extLst>
          </p:cNvPr>
          <p:cNvSpPr/>
          <p:nvPr/>
        </p:nvSpPr>
        <p:spPr>
          <a:xfrm>
            <a:off x="3802846" y="3633522"/>
            <a:ext cx="8834851" cy="543464"/>
          </a:xfrm>
          <a:prstGeom prst="rect">
            <a:avLst/>
          </a:prstGeom>
          <a:noFill/>
          <a:ln/>
        </p:spPr>
        <p:txBody>
          <a:bodyPr vert="horz" wrap="square" lIns="0" tIns="0" rIns="0" bIns="0" rtlCol="0" anchor="t"/>
          <a:lstStyle/>
          <a:p>
            <a:pPr>
              <a:lnSpc>
                <a:spcPts val="2100"/>
              </a:lnSpc>
            </a:pPr>
            <a:r>
              <a:rPr lang="en-US" sz="2500" dirty="0"/>
              <a:t>Remove the life vest to reduce drag</a:t>
            </a:r>
          </a:p>
        </p:txBody>
      </p:sp>
      <p:pic>
        <p:nvPicPr>
          <p:cNvPr id="25" name="Image 4" descr="preencoded.png">
            <a:extLst>
              <a:ext uri="{FF2B5EF4-FFF2-40B4-BE49-F238E27FC236}">
                <a16:creationId xmlns:a16="http://schemas.microsoft.com/office/drawing/2014/main" id="{1E6677BD-6316-B64B-E25C-0E5AC54D86B5}"/>
              </a:ext>
            </a:extLst>
          </p:cNvPr>
          <p:cNvPicPr>
            <a:picLocks noChangeAspect="1"/>
          </p:cNvPicPr>
          <p:nvPr/>
        </p:nvPicPr>
        <p:blipFill>
          <a:blip r:embed="rId6"/>
          <a:stretch>
            <a:fillRect/>
          </a:stretch>
        </p:blipFill>
        <p:spPr>
          <a:xfrm>
            <a:off x="2425100" y="4291820"/>
            <a:ext cx="9048031" cy="650935"/>
          </a:xfrm>
          <a:prstGeom prst="rect">
            <a:avLst/>
          </a:prstGeom>
        </p:spPr>
      </p:pic>
      <p:sp>
        <p:nvSpPr>
          <p:cNvPr id="26" name="Text 3">
            <a:extLst>
              <a:ext uri="{FF2B5EF4-FFF2-40B4-BE49-F238E27FC236}">
                <a16:creationId xmlns:a16="http://schemas.microsoft.com/office/drawing/2014/main" id="{1D992976-8A4F-13C3-38CE-93B460757577}"/>
              </a:ext>
            </a:extLst>
          </p:cNvPr>
          <p:cNvSpPr/>
          <p:nvPr/>
        </p:nvSpPr>
        <p:spPr>
          <a:xfrm>
            <a:off x="3802846" y="4370547"/>
            <a:ext cx="8834851" cy="543464"/>
          </a:xfrm>
          <a:prstGeom prst="rect">
            <a:avLst/>
          </a:prstGeom>
          <a:noFill/>
          <a:ln/>
        </p:spPr>
        <p:txBody>
          <a:bodyPr vert="horz" wrap="square" lIns="0" tIns="0" rIns="0" bIns="0" rtlCol="0" anchor="t"/>
          <a:lstStyle/>
          <a:p>
            <a:r>
              <a:rPr lang="en-US" sz="2500" dirty="0"/>
              <a:t>Dive deep to the bottom to find still water</a:t>
            </a:r>
            <a:endParaRPr lang="en-PH" sz="2500" dirty="0"/>
          </a:p>
        </p:txBody>
      </p:sp>
      <p:pic>
        <p:nvPicPr>
          <p:cNvPr id="27" name="Image 4" descr="preencoded.png">
            <a:extLst>
              <a:ext uri="{FF2B5EF4-FFF2-40B4-BE49-F238E27FC236}">
                <a16:creationId xmlns:a16="http://schemas.microsoft.com/office/drawing/2014/main" id="{80D76154-BB55-15D8-B41C-8016C476588D}"/>
              </a:ext>
            </a:extLst>
          </p:cNvPr>
          <p:cNvPicPr>
            <a:picLocks noChangeAspect="1"/>
          </p:cNvPicPr>
          <p:nvPr/>
        </p:nvPicPr>
        <p:blipFill>
          <a:blip r:embed="rId6"/>
          <a:stretch>
            <a:fillRect/>
          </a:stretch>
        </p:blipFill>
        <p:spPr>
          <a:xfrm>
            <a:off x="2425100" y="5196160"/>
            <a:ext cx="9048031" cy="650935"/>
          </a:xfrm>
          <a:prstGeom prst="rect">
            <a:avLst/>
          </a:prstGeom>
        </p:spPr>
      </p:pic>
      <p:sp>
        <p:nvSpPr>
          <p:cNvPr id="28" name="Text 3">
            <a:extLst>
              <a:ext uri="{FF2B5EF4-FFF2-40B4-BE49-F238E27FC236}">
                <a16:creationId xmlns:a16="http://schemas.microsoft.com/office/drawing/2014/main" id="{1B7C8621-BA79-5840-C5E5-1085074A9EAD}"/>
              </a:ext>
            </a:extLst>
          </p:cNvPr>
          <p:cNvSpPr/>
          <p:nvPr/>
        </p:nvSpPr>
        <p:spPr>
          <a:xfrm>
            <a:off x="3802846" y="5481915"/>
            <a:ext cx="8834851" cy="543464"/>
          </a:xfrm>
          <a:prstGeom prst="rect">
            <a:avLst/>
          </a:prstGeom>
          <a:noFill/>
          <a:ln/>
        </p:spPr>
        <p:txBody>
          <a:bodyPr vert="horz" wrap="square" lIns="0" tIns="0" rIns="0" bIns="0" rtlCol="0" anchor="t"/>
          <a:lstStyle/>
          <a:p>
            <a:pPr>
              <a:lnSpc>
                <a:spcPts val="2100"/>
              </a:lnSpc>
            </a:pPr>
            <a:r>
              <a:rPr lang="en-US" sz="2500" dirty="0"/>
              <a:t>Swim directly against the current as hard as possible</a:t>
            </a:r>
          </a:p>
        </p:txBody>
      </p:sp>
      <p:pic>
        <p:nvPicPr>
          <p:cNvPr id="29" name="Image 4" descr="preencoded.png">
            <a:extLst>
              <a:ext uri="{FF2B5EF4-FFF2-40B4-BE49-F238E27FC236}">
                <a16:creationId xmlns:a16="http://schemas.microsoft.com/office/drawing/2014/main" id="{3DB8CFA9-A9DE-D3E7-C204-02627904B62B}"/>
              </a:ext>
            </a:extLst>
          </p:cNvPr>
          <p:cNvPicPr>
            <a:picLocks noChangeAspect="1"/>
          </p:cNvPicPr>
          <p:nvPr/>
        </p:nvPicPr>
        <p:blipFill>
          <a:blip r:embed="rId6"/>
          <a:stretch>
            <a:fillRect/>
          </a:stretch>
        </p:blipFill>
        <p:spPr>
          <a:xfrm>
            <a:off x="2425100" y="6110928"/>
            <a:ext cx="9048031" cy="650935"/>
          </a:xfrm>
          <a:prstGeom prst="rect">
            <a:avLst/>
          </a:prstGeom>
        </p:spPr>
      </p:pic>
      <p:sp>
        <p:nvSpPr>
          <p:cNvPr id="30" name="Text 3">
            <a:extLst>
              <a:ext uri="{FF2B5EF4-FFF2-40B4-BE49-F238E27FC236}">
                <a16:creationId xmlns:a16="http://schemas.microsoft.com/office/drawing/2014/main" id="{E923377D-A0BB-3C4A-38AD-07CF45D6A4E0}"/>
              </a:ext>
            </a:extLst>
          </p:cNvPr>
          <p:cNvSpPr/>
          <p:nvPr/>
        </p:nvSpPr>
        <p:spPr>
          <a:xfrm>
            <a:off x="3802846" y="6043012"/>
            <a:ext cx="7670285" cy="543464"/>
          </a:xfrm>
          <a:prstGeom prst="rect">
            <a:avLst/>
          </a:prstGeom>
          <a:noFill/>
          <a:ln/>
        </p:spPr>
        <p:txBody>
          <a:bodyPr vert="horz" wrap="square" lIns="0" tIns="0" rIns="0" bIns="0" rtlCol="0" anchor="t"/>
          <a:lstStyle/>
          <a:p>
            <a:r>
              <a:rPr lang="en-US" sz="2500" dirty="0"/>
              <a:t>Swim diagonally across the current toward the shore or boat</a:t>
            </a:r>
            <a:endParaRPr lang="en-PH" sz="2500" dirty="0"/>
          </a:p>
        </p:txBody>
      </p:sp>
      <p:pic>
        <p:nvPicPr>
          <p:cNvPr id="9" name="Image 7" descr="preencoded.png">
            <a:extLst>
              <a:ext uri="{FF2B5EF4-FFF2-40B4-BE49-F238E27FC236}">
                <a16:creationId xmlns:a16="http://schemas.microsoft.com/office/drawing/2014/main" id="{60D923E5-A7C0-C342-305A-152F0E0BE963}"/>
              </a:ext>
            </a:extLst>
          </p:cNvPr>
          <p:cNvPicPr>
            <a:picLocks noChangeAspect="1"/>
          </p:cNvPicPr>
          <p:nvPr/>
        </p:nvPicPr>
        <p:blipFill>
          <a:blip r:embed="rId8"/>
          <a:stretch>
            <a:fillRect/>
          </a:stretch>
        </p:blipFill>
        <p:spPr>
          <a:xfrm>
            <a:off x="2563859" y="4333153"/>
            <a:ext cx="543464" cy="543464"/>
          </a:xfrm>
          <a:prstGeom prst="rect">
            <a:avLst/>
          </a:prstGeom>
        </p:spPr>
      </p:pic>
      <p:sp>
        <p:nvSpPr>
          <p:cNvPr id="18" name="Text 4">
            <a:extLst>
              <a:ext uri="{FF2B5EF4-FFF2-40B4-BE49-F238E27FC236}">
                <a16:creationId xmlns:a16="http://schemas.microsoft.com/office/drawing/2014/main" id="{3AA119E3-3BF6-0554-1C5D-97E4DB012937}"/>
              </a:ext>
            </a:extLst>
          </p:cNvPr>
          <p:cNvSpPr/>
          <p:nvPr/>
        </p:nvSpPr>
        <p:spPr>
          <a:xfrm>
            <a:off x="2693973" y="4557437"/>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B</a:t>
            </a:r>
            <a:endParaRPr lang="en-US" sz="3500" dirty="0"/>
          </a:p>
        </p:txBody>
      </p:sp>
      <p:pic>
        <p:nvPicPr>
          <p:cNvPr id="11" name="Image 9" descr="preencoded.png">
            <a:extLst>
              <a:ext uri="{FF2B5EF4-FFF2-40B4-BE49-F238E27FC236}">
                <a16:creationId xmlns:a16="http://schemas.microsoft.com/office/drawing/2014/main" id="{A25AC0AC-A585-5A86-9A87-F40A0E5B0549}"/>
              </a:ext>
            </a:extLst>
          </p:cNvPr>
          <p:cNvPicPr>
            <a:picLocks noChangeAspect="1"/>
          </p:cNvPicPr>
          <p:nvPr/>
        </p:nvPicPr>
        <p:blipFill>
          <a:blip r:embed="rId9"/>
          <a:stretch>
            <a:fillRect/>
          </a:stretch>
        </p:blipFill>
        <p:spPr>
          <a:xfrm>
            <a:off x="2557547" y="5249166"/>
            <a:ext cx="543464" cy="543464"/>
          </a:xfrm>
          <a:prstGeom prst="rect">
            <a:avLst/>
          </a:prstGeom>
        </p:spPr>
      </p:pic>
      <p:sp>
        <p:nvSpPr>
          <p:cNvPr id="20" name="Text 6">
            <a:extLst>
              <a:ext uri="{FF2B5EF4-FFF2-40B4-BE49-F238E27FC236}">
                <a16:creationId xmlns:a16="http://schemas.microsoft.com/office/drawing/2014/main" id="{E75049C7-2628-D232-8E04-039CBCFC17B0}"/>
              </a:ext>
            </a:extLst>
          </p:cNvPr>
          <p:cNvSpPr/>
          <p:nvPr/>
        </p:nvSpPr>
        <p:spPr>
          <a:xfrm>
            <a:off x="2685347" y="5493044"/>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C</a:t>
            </a:r>
            <a:endParaRPr lang="en-US" sz="3500" dirty="0"/>
          </a:p>
        </p:txBody>
      </p:sp>
      <p:pic>
        <p:nvPicPr>
          <p:cNvPr id="13" name="Image 11" descr="preencoded.png">
            <a:extLst>
              <a:ext uri="{FF2B5EF4-FFF2-40B4-BE49-F238E27FC236}">
                <a16:creationId xmlns:a16="http://schemas.microsoft.com/office/drawing/2014/main" id="{A3CA3CAE-6D3A-7CB9-24A3-73A1D403DCD9}"/>
              </a:ext>
            </a:extLst>
          </p:cNvPr>
          <p:cNvPicPr>
            <a:picLocks noChangeAspect="1"/>
          </p:cNvPicPr>
          <p:nvPr/>
        </p:nvPicPr>
        <p:blipFill>
          <a:blip r:embed="rId10"/>
          <a:stretch>
            <a:fillRect/>
          </a:stretch>
        </p:blipFill>
        <p:spPr>
          <a:xfrm>
            <a:off x="2572485" y="6130141"/>
            <a:ext cx="543464" cy="543464"/>
          </a:xfrm>
          <a:prstGeom prst="rect">
            <a:avLst/>
          </a:prstGeom>
        </p:spPr>
      </p:pic>
      <p:sp>
        <p:nvSpPr>
          <p:cNvPr id="22" name="Text 8">
            <a:extLst>
              <a:ext uri="{FF2B5EF4-FFF2-40B4-BE49-F238E27FC236}">
                <a16:creationId xmlns:a16="http://schemas.microsoft.com/office/drawing/2014/main" id="{93011B61-8E60-D52D-A1FF-0055563934A9}"/>
              </a:ext>
            </a:extLst>
          </p:cNvPr>
          <p:cNvSpPr/>
          <p:nvPr/>
        </p:nvSpPr>
        <p:spPr>
          <a:xfrm>
            <a:off x="2706165" y="6363053"/>
            <a:ext cx="533436" cy="543464"/>
          </a:xfrm>
          <a:prstGeom prst="rect">
            <a:avLst/>
          </a:prstGeom>
          <a:noFill/>
          <a:ln/>
        </p:spPr>
        <p:txBody>
          <a:bodyPr vert="horz" wrap="square" lIns="0" tIns="0" rIns="0" bIns="0" rtlCol="0" anchor="t"/>
          <a:lstStyle/>
          <a:p>
            <a:pPr marL="0" indent="0">
              <a:lnSpc>
                <a:spcPts val="1800"/>
              </a:lnSpc>
              <a:buNone/>
            </a:pPr>
            <a:r>
              <a:rPr lang="en-US" sz="3500" b="1" dirty="0">
                <a:solidFill>
                  <a:srgbClr val="FFFFFF"/>
                </a:solidFill>
                <a:latin typeface="ui-sans-serif" pitchFamily="34" charset="0"/>
                <a:ea typeface="ui-sans-serif" pitchFamily="34" charset="-122"/>
                <a:cs typeface="ui-sans-serif" pitchFamily="34" charset="-120"/>
              </a:rPr>
              <a:t>D</a:t>
            </a:r>
            <a:endParaRPr lang="en-US" sz="3500" dirty="0"/>
          </a:p>
        </p:txBody>
      </p:sp>
      <p:pic>
        <p:nvPicPr>
          <p:cNvPr id="3" name="Image 4" descr="preencoded.png">
            <a:extLst>
              <a:ext uri="{FF2B5EF4-FFF2-40B4-BE49-F238E27FC236}">
                <a16:creationId xmlns:a16="http://schemas.microsoft.com/office/drawing/2014/main" id="{98FA32BB-2C78-DF83-C74E-AD670F1BBC77}"/>
              </a:ext>
            </a:extLst>
          </p:cNvPr>
          <p:cNvPicPr>
            <a:picLocks noChangeAspect="1"/>
          </p:cNvPicPr>
          <p:nvPr/>
        </p:nvPicPr>
        <p:blipFill>
          <a:blip r:embed="rId11"/>
          <a:stretch>
            <a:fillRect/>
          </a:stretch>
        </p:blipFill>
        <p:spPr>
          <a:xfrm>
            <a:off x="1155940" y="6088076"/>
            <a:ext cx="631174" cy="631174"/>
          </a:xfrm>
          <a:prstGeom prst="rect">
            <a:avLst/>
          </a:prstGeom>
        </p:spPr>
      </p:pic>
      <p:pic>
        <p:nvPicPr>
          <p:cNvPr id="8" name="Image 5" descr="preencoded.png">
            <a:extLst>
              <a:ext uri="{FF2B5EF4-FFF2-40B4-BE49-F238E27FC236}">
                <a16:creationId xmlns:a16="http://schemas.microsoft.com/office/drawing/2014/main" id="{01D2B66E-A05B-E62A-1454-4E7781DCF82F}"/>
              </a:ext>
            </a:extLst>
          </p:cNvPr>
          <p:cNvPicPr>
            <a:picLocks noChangeAspect="1"/>
          </p:cNvPicPr>
          <p:nvPr/>
        </p:nvPicPr>
        <p:blipFill>
          <a:blip r:embed="rId12"/>
          <a:stretch>
            <a:fillRect/>
          </a:stretch>
        </p:blipFill>
        <p:spPr>
          <a:xfrm>
            <a:off x="1293962" y="6221623"/>
            <a:ext cx="358903" cy="398781"/>
          </a:xfrm>
          <a:prstGeom prst="rect">
            <a:avLst/>
          </a:prstGeom>
        </p:spPr>
      </p:pic>
    </p:spTree>
    <p:extLst>
      <p:ext uri="{BB962C8B-B14F-4D97-AF65-F5344CB8AC3E}">
        <p14:creationId xmlns:p14="http://schemas.microsoft.com/office/powerpoint/2010/main" val="91602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2B8EB-6990-3E0C-EED8-780AC9FDF3A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AD1C4BA-D72F-BDB1-9A35-BF2954F1F5AC}"/>
              </a:ext>
            </a:extLst>
          </p:cNvPr>
          <p:cNvPicPr>
            <a:picLocks noChangeAspect="1"/>
          </p:cNvPicPr>
          <p:nvPr/>
        </p:nvPicPr>
        <p:blipFill>
          <a:blip r:embed="rId3"/>
          <a:stretch>
            <a:fillRect/>
          </a:stretch>
        </p:blipFill>
        <p:spPr>
          <a:xfrm>
            <a:off x="0" y="0"/>
            <a:ext cx="12192000" cy="7098506"/>
          </a:xfrm>
          <a:prstGeom prst="rect">
            <a:avLst/>
          </a:prstGeom>
        </p:spPr>
      </p:pic>
      <p:pic>
        <p:nvPicPr>
          <p:cNvPr id="3" name="Image 1" descr="preencoded.png">
            <a:extLst>
              <a:ext uri="{FF2B5EF4-FFF2-40B4-BE49-F238E27FC236}">
                <a16:creationId xmlns:a16="http://schemas.microsoft.com/office/drawing/2014/main" id="{482FADFC-773C-5D0A-752F-EF3D4E34ACE5}"/>
              </a:ext>
            </a:extLst>
          </p:cNvPr>
          <p:cNvPicPr>
            <a:picLocks noChangeAspect="1"/>
          </p:cNvPicPr>
          <p:nvPr/>
        </p:nvPicPr>
        <p:blipFill>
          <a:blip r:embed="rId4"/>
          <a:stretch>
            <a:fillRect/>
          </a:stretch>
        </p:blipFill>
        <p:spPr>
          <a:xfrm>
            <a:off x="3888730" y="457200"/>
            <a:ext cx="342900" cy="342900"/>
          </a:xfrm>
          <a:prstGeom prst="rect">
            <a:avLst/>
          </a:prstGeom>
        </p:spPr>
      </p:pic>
      <p:pic>
        <p:nvPicPr>
          <p:cNvPr id="4" name="Image 2" descr="preencoded.png">
            <a:extLst>
              <a:ext uri="{FF2B5EF4-FFF2-40B4-BE49-F238E27FC236}">
                <a16:creationId xmlns:a16="http://schemas.microsoft.com/office/drawing/2014/main" id="{213F831F-7621-CD66-1476-816B521C1EDF}"/>
              </a:ext>
            </a:extLst>
          </p:cNvPr>
          <p:cNvPicPr>
            <a:picLocks noChangeAspect="1"/>
          </p:cNvPicPr>
          <p:nvPr/>
        </p:nvPicPr>
        <p:blipFill>
          <a:blip r:embed="rId5"/>
          <a:stretch>
            <a:fillRect/>
          </a:stretch>
        </p:blipFill>
        <p:spPr>
          <a:xfrm>
            <a:off x="5638800" y="990600"/>
            <a:ext cx="914400" cy="38100"/>
          </a:xfrm>
          <a:prstGeom prst="rect">
            <a:avLst/>
          </a:prstGeom>
        </p:spPr>
      </p:pic>
      <p:pic>
        <p:nvPicPr>
          <p:cNvPr id="8" name="Image 6" descr="preencoded.png">
            <a:extLst>
              <a:ext uri="{FF2B5EF4-FFF2-40B4-BE49-F238E27FC236}">
                <a16:creationId xmlns:a16="http://schemas.microsoft.com/office/drawing/2014/main" id="{D8371EBB-1233-BAB1-B914-38E9937F57F2}"/>
              </a:ext>
            </a:extLst>
          </p:cNvPr>
          <p:cNvPicPr>
            <a:picLocks noChangeAspect="1"/>
          </p:cNvPicPr>
          <p:nvPr/>
        </p:nvPicPr>
        <p:blipFill>
          <a:blip r:embed="rId6"/>
          <a:stretch>
            <a:fillRect/>
          </a:stretch>
        </p:blipFill>
        <p:spPr>
          <a:xfrm>
            <a:off x="370936" y="1295400"/>
            <a:ext cx="11473132" cy="5562600"/>
          </a:xfrm>
          <a:prstGeom prst="rect">
            <a:avLst/>
          </a:prstGeom>
        </p:spPr>
      </p:pic>
      <p:sp>
        <p:nvSpPr>
          <p:cNvPr id="12" name="Text 0">
            <a:extLst>
              <a:ext uri="{FF2B5EF4-FFF2-40B4-BE49-F238E27FC236}">
                <a16:creationId xmlns:a16="http://schemas.microsoft.com/office/drawing/2014/main" id="{578FE66E-079C-65C0-8D56-72150D0D1966}"/>
              </a:ext>
            </a:extLst>
          </p:cNvPr>
          <p:cNvSpPr/>
          <p:nvPr/>
        </p:nvSpPr>
        <p:spPr>
          <a:xfrm>
            <a:off x="3447276" y="457200"/>
            <a:ext cx="5297448"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 Answer Explanation</a:t>
            </a:r>
            <a:endParaRPr lang="en-US" sz="2700" dirty="0"/>
          </a:p>
        </p:txBody>
      </p:sp>
      <p:sp>
        <p:nvSpPr>
          <p:cNvPr id="5" name="Text 1">
            <a:extLst>
              <a:ext uri="{FF2B5EF4-FFF2-40B4-BE49-F238E27FC236}">
                <a16:creationId xmlns:a16="http://schemas.microsoft.com/office/drawing/2014/main" id="{E447637B-36AE-E6DD-1597-C3B396907DEB}"/>
              </a:ext>
            </a:extLst>
          </p:cNvPr>
          <p:cNvSpPr/>
          <p:nvPr/>
        </p:nvSpPr>
        <p:spPr>
          <a:xfrm>
            <a:off x="557479" y="1479455"/>
            <a:ext cx="11413491" cy="662792"/>
          </a:xfrm>
          <a:prstGeom prst="rect">
            <a:avLst/>
          </a:prstGeom>
          <a:noFill/>
          <a:ln/>
        </p:spPr>
        <p:txBody>
          <a:bodyPr vert="horz" wrap="square" lIns="0" tIns="0" rIns="0" bIns="0" rtlCol="0" anchor="t"/>
          <a:lstStyle/>
          <a:p>
            <a:r>
              <a:rPr lang="en-US" sz="3000" dirty="0"/>
              <a:t>Water Safety (Currents)</a:t>
            </a:r>
          </a:p>
          <a:p>
            <a:endParaRPr lang="en-US" sz="3000" dirty="0"/>
          </a:p>
          <a:p>
            <a:r>
              <a:rPr lang="en-US" sz="3000" dirty="0"/>
              <a:t>Correct (</a:t>
            </a:r>
            <a:r>
              <a:rPr lang="en-US" sz="3000" b="1" dirty="0"/>
              <a:t>Diagonal Swim</a:t>
            </a:r>
            <a:r>
              <a:rPr lang="en-US" sz="3000" dirty="0"/>
              <a:t>): Swimming against a current is like running up a down-escalator—you eventually tire and drown. Swimming diagonally uses the current to help move you toward a safer exit point.</a:t>
            </a:r>
          </a:p>
          <a:p>
            <a:endParaRPr lang="en-US" sz="3000" dirty="0"/>
          </a:p>
          <a:p>
            <a:endParaRPr lang="en-US" sz="3000" dirty="0"/>
          </a:p>
          <a:p>
            <a:r>
              <a:rPr lang="en-US" sz="3000" dirty="0"/>
              <a:t>Incorrect: </a:t>
            </a:r>
            <a:r>
              <a:rPr lang="en-US" sz="3000" b="1" dirty="0"/>
              <a:t>Swimming directly against </a:t>
            </a:r>
            <a:r>
              <a:rPr lang="en-US" sz="3000" dirty="0"/>
              <a:t>leads to exhaustion; </a:t>
            </a:r>
          </a:p>
          <a:p>
            <a:r>
              <a:rPr lang="en-US" sz="3000" dirty="0"/>
              <a:t>	       </a:t>
            </a:r>
            <a:r>
              <a:rPr lang="en-US" sz="3000" b="1" dirty="0"/>
              <a:t>Removing</a:t>
            </a:r>
            <a:r>
              <a:rPr lang="en-US" sz="3000" dirty="0"/>
              <a:t> a life vest is fatal;</a:t>
            </a:r>
          </a:p>
          <a:p>
            <a:r>
              <a:rPr lang="en-US" sz="3000" dirty="0"/>
              <a:t>	       </a:t>
            </a:r>
            <a:r>
              <a:rPr lang="en-US" sz="3000" b="1" dirty="0"/>
              <a:t>Diving deep </a:t>
            </a:r>
            <a:r>
              <a:rPr lang="en-US" sz="3000" dirty="0"/>
              <a:t>is dangerous due to pressure and lack of air.</a:t>
            </a:r>
          </a:p>
        </p:txBody>
      </p:sp>
    </p:spTree>
    <p:extLst>
      <p:ext uri="{BB962C8B-B14F-4D97-AF65-F5344CB8AC3E}">
        <p14:creationId xmlns:p14="http://schemas.microsoft.com/office/powerpoint/2010/main" val="851479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943</TotalTime>
  <Words>1021</Words>
  <Application>Microsoft Office PowerPoint</Application>
  <PresentationFormat>Widescreen</PresentationFormat>
  <Paragraphs>158</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annebooooo342@gmail.com</cp:lastModifiedBy>
  <cp:revision>2</cp:revision>
  <dcterms:created xsi:type="dcterms:W3CDTF">2026-01-16T08:23:28Z</dcterms:created>
  <dcterms:modified xsi:type="dcterms:W3CDTF">2026-01-17T00:15:14Z</dcterms:modified>
</cp:coreProperties>
</file>