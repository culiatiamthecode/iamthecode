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EA3AF-7945-1990-476E-A89D49F3F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CB811-A977-B10F-44BF-CF6425F9B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CB39A-24A0-3AE6-F160-38740593F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62B-5418-4DDF-87E7-813E3370FE35}" type="datetimeFigureOut">
              <a:rPr lang="en-PH" smtClean="0"/>
              <a:t>1/16/2026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EBEF3-EBF6-E4F4-65C3-5049D26D3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2F61-8126-06C2-1B13-1AE67F186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F83A-ABF9-4FF4-90B8-71132C56A6E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96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6C6D-10C7-1A21-D81B-A7A1E3AC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53D35-728F-D90D-7C47-613B47704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70254-DE53-D532-C7F5-58A48086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62B-5418-4DDF-87E7-813E3370FE35}" type="datetimeFigureOut">
              <a:rPr lang="en-PH" smtClean="0"/>
              <a:t>1/16/2026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235AE-9229-DDB9-D32E-574323DD0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FA2CA-3FD7-7133-3D28-04495788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F83A-ABF9-4FF4-90B8-71132C56A6E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79253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ACE8D-A2EA-CF7C-8000-6B4B139F3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6C856-561C-2164-1BAE-8532CDF8C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28C1D-9E90-982D-DD4D-CEB5BE46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62B-5418-4DDF-87E7-813E3370FE35}" type="datetimeFigureOut">
              <a:rPr lang="en-PH" smtClean="0"/>
              <a:t>1/16/2026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A4A7D-1A18-86B6-E13A-0330B1855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5A4BE-58B7-29ED-7215-2EA6891D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F83A-ABF9-4FF4-90B8-71132C56A6E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994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3299B-3E01-51E3-1015-5FD6783F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E3EF4-E641-F158-E658-06F81D755B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68D10-1482-669A-8694-43E05B1CE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B91DF-413F-0B76-4B36-715E0D393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62B-5418-4DDF-87E7-813E3370FE35}" type="datetimeFigureOut">
              <a:rPr lang="en-PH" smtClean="0"/>
              <a:t>1/16/2026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A7B9F-354A-91A5-5088-0133C4669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D10E0-B356-6A19-E4EF-91D7497C6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F83A-ABF9-4FF4-90B8-71132C56A6E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0072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251E9-C841-FD85-28B1-B9A4C10E5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DBA83-D111-B7B8-9379-799DC34F4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1F9CA-D9DD-FF30-7AEE-C8594325B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293E9-8ACE-C257-1380-27F8CA8F53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F54775-521F-6B4F-3D91-C76E5364D5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52836-CDAA-A681-89A3-24FF528DD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62B-5418-4DDF-87E7-813E3370FE35}" type="datetimeFigureOut">
              <a:rPr lang="en-PH" smtClean="0"/>
              <a:t>1/16/2026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8C27F-A015-80A5-1248-F1300E0C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88FF63-3F86-9FBB-9C1A-A0666089F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F83A-ABF9-4FF4-90B8-71132C56A6E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1982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D580-A1A1-E373-304E-B2AB54E0D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86FD7-01C0-B0D4-1FBB-4573F22B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62B-5418-4DDF-87E7-813E3370FE35}" type="datetimeFigureOut">
              <a:rPr lang="en-PH" smtClean="0"/>
              <a:t>1/16/2026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72607-5B37-BFD7-A325-BCAEE805B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F5527-3BF9-2B7E-4BED-D1C43827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F83A-ABF9-4FF4-90B8-71132C56A6E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23245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8FD1BA-47CE-33F3-E127-32C047DB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62B-5418-4DDF-87E7-813E3370FE35}" type="datetimeFigureOut">
              <a:rPr lang="en-PH" smtClean="0"/>
              <a:t>1/16/2026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36C7B4-2B0D-0E7F-8C61-B7F339840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84F77-7F3D-D4F2-BD6B-CB8FD57A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F83A-ABF9-4FF4-90B8-71132C56A6E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9339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5FAA-E728-0C25-3781-1E5BB6BD5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9B140-C47C-5E84-3F3E-E5C1722A1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C8D1B-070A-C56A-ADBE-9A00EFA15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A65D7-8AA4-DF95-0C85-DB722FC28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62B-5418-4DDF-87E7-813E3370FE35}" type="datetimeFigureOut">
              <a:rPr lang="en-PH" smtClean="0"/>
              <a:t>1/16/2026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CF241-0728-135D-5834-DAEDE928C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D4667-D6E3-7951-5DE9-52779D4F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F83A-ABF9-4FF4-90B8-71132C56A6E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886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9137-1A3D-384A-2BD7-102A759A0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869216-B55E-A274-E109-6C7830554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69907-F7E0-86B1-8022-84F08E767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755A5-FFA9-B083-CFEF-1BADC9500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62B-5418-4DDF-87E7-813E3370FE35}" type="datetimeFigureOut">
              <a:rPr lang="en-PH" smtClean="0"/>
              <a:t>1/16/2026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7B076-8168-80FF-C497-FA8EF8486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52510-50B0-22C1-88D5-5A29C4EB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F83A-ABF9-4FF4-90B8-71132C56A6E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8073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DFCB-E0C8-0C56-C427-BA06F5B8B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7146F-412E-4537-EE88-D15870D6E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F34D4-96D5-56EC-FF85-B97137DCD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62B-5418-4DDF-87E7-813E3370FE35}" type="datetimeFigureOut">
              <a:rPr lang="en-PH" smtClean="0"/>
              <a:t>1/16/2026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B3D1A-1E89-38C3-996A-6FD4B4809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2ADBC-787A-5EFA-6E59-07FA6C40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F83A-ABF9-4FF4-90B8-71132C56A6E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55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9B7385-BFCE-80F8-7A10-3608B13FB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1FF53-D79E-4295-2AEC-1F926484A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0A815-2734-DE5F-D36D-86948C76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62B-5418-4DDF-87E7-813E3370FE35}" type="datetimeFigureOut">
              <a:rPr lang="en-PH" smtClean="0"/>
              <a:t>1/16/2026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139C9-95DE-2EBD-84F7-F7797E7D6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B1A6F-5C48-E408-DD14-D59C5C96A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F83A-ABF9-4FF4-90B8-71132C56A6E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6627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8BF475-1DEB-86E9-C055-534E3AC5C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E7BEC-0135-7133-90AF-7762B62E1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8BF0B-C06A-CD53-37E8-3E07407124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5B62B-5418-4DDF-87E7-813E3370FE35}" type="datetimeFigureOut">
              <a:rPr lang="en-PH" smtClean="0"/>
              <a:t>1/16/2026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6B269-5388-02CB-6650-482C73CC5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08CAD-F352-4782-AB0A-8CD428532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33F83A-ABF9-4FF4-90B8-71132C56A6E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38423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42625">
            <a:extLst>
              <a:ext uri="{FF2B5EF4-FFF2-40B4-BE49-F238E27FC236}">
                <a16:creationId xmlns:a16="http://schemas.microsoft.com/office/drawing/2014/main" id="{0DD4C5A8-1688-F843-DB75-F84C178D671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615" y="-182880"/>
            <a:ext cx="13111063" cy="718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41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42926">
            <a:extLst>
              <a:ext uri="{FF2B5EF4-FFF2-40B4-BE49-F238E27FC236}">
                <a16:creationId xmlns:a16="http://schemas.microsoft.com/office/drawing/2014/main" id="{F24C1128-64AB-1F56-DE68-71E5EC1BFB0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5448"/>
            <a:ext cx="12192000" cy="701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7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43007">
            <a:extLst>
              <a:ext uri="{FF2B5EF4-FFF2-40B4-BE49-F238E27FC236}">
                <a16:creationId xmlns:a16="http://schemas.microsoft.com/office/drawing/2014/main" id="{BB85CD0B-051A-7445-90E9-64BA827379C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6888"/>
            <a:ext cx="12192000" cy="722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07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43020">
            <a:extLst>
              <a:ext uri="{FF2B5EF4-FFF2-40B4-BE49-F238E27FC236}">
                <a16:creationId xmlns:a16="http://schemas.microsoft.com/office/drawing/2014/main" id="{89812F67-1439-D3F5-0F95-E6FA82DCC9F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584"/>
            <a:ext cx="12192000" cy="695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0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43030">
            <a:extLst>
              <a:ext uri="{FF2B5EF4-FFF2-40B4-BE49-F238E27FC236}">
                <a16:creationId xmlns:a16="http://schemas.microsoft.com/office/drawing/2014/main" id="{4678EA85-A616-4258-399C-582A72D13CB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66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43041">
            <a:extLst>
              <a:ext uri="{FF2B5EF4-FFF2-40B4-BE49-F238E27FC236}">
                <a16:creationId xmlns:a16="http://schemas.microsoft.com/office/drawing/2014/main" id="{37830893-9DF0-ACAF-61A6-E9C8B92AE8B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66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43054">
            <a:extLst>
              <a:ext uri="{FF2B5EF4-FFF2-40B4-BE49-F238E27FC236}">
                <a16:creationId xmlns:a16="http://schemas.microsoft.com/office/drawing/2014/main" id="{0ABE35F0-1C28-9CC2-6066-E5DA69F25AA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4008"/>
            <a:ext cx="12192000" cy="69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46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43104">
            <a:extLst>
              <a:ext uri="{FF2B5EF4-FFF2-40B4-BE49-F238E27FC236}">
                <a16:creationId xmlns:a16="http://schemas.microsoft.com/office/drawing/2014/main" id="{98E7728B-9198-E618-E0D8-8D8FFDBC981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73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43134">
            <a:extLst>
              <a:ext uri="{FF2B5EF4-FFF2-40B4-BE49-F238E27FC236}">
                <a16:creationId xmlns:a16="http://schemas.microsoft.com/office/drawing/2014/main" id="{1DCAF1D0-3393-03BF-1816-43DEFFD59B2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296"/>
            <a:ext cx="12192000" cy="694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040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43145">
            <a:extLst>
              <a:ext uri="{FF2B5EF4-FFF2-40B4-BE49-F238E27FC236}">
                <a16:creationId xmlns:a16="http://schemas.microsoft.com/office/drawing/2014/main" id="{450F5F39-F9DF-702A-C558-ADF0FF0AE52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9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43202">
            <a:extLst>
              <a:ext uri="{FF2B5EF4-FFF2-40B4-BE49-F238E27FC236}">
                <a16:creationId xmlns:a16="http://schemas.microsoft.com/office/drawing/2014/main" id="{6B9C4F26-F768-AA10-85E1-9CB61ED90F0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81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43224">
            <a:extLst>
              <a:ext uri="{FF2B5EF4-FFF2-40B4-BE49-F238E27FC236}">
                <a16:creationId xmlns:a16="http://schemas.microsoft.com/office/drawing/2014/main" id="{B9ADB61A-9B75-72F5-E31B-9CA616B74A7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152"/>
            <a:ext cx="12192000" cy="693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78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43234">
            <a:extLst>
              <a:ext uri="{FF2B5EF4-FFF2-40B4-BE49-F238E27FC236}">
                <a16:creationId xmlns:a16="http://schemas.microsoft.com/office/drawing/2014/main" id="{1090CA0E-9D33-9046-8AC6-744497F1045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07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43245">
            <a:extLst>
              <a:ext uri="{FF2B5EF4-FFF2-40B4-BE49-F238E27FC236}">
                <a16:creationId xmlns:a16="http://schemas.microsoft.com/office/drawing/2014/main" id="{949B2F1F-7E3B-2AF7-5ACB-795B89332B6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61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annebooooo342@gmail.com</dc:creator>
  <cp:lastModifiedBy>annebooooo342@gmail.com</cp:lastModifiedBy>
  <cp:revision>1</cp:revision>
  <dcterms:created xsi:type="dcterms:W3CDTF">2026-01-16T06:48:10Z</dcterms:created>
  <dcterms:modified xsi:type="dcterms:W3CDTF">2026-01-16T07:25:39Z</dcterms:modified>
</cp:coreProperties>
</file>